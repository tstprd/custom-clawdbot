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139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E287C-A980-42E1-B0EA-77B2D49B02CD}" v="2" dt="2024-12-10T14:57:29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DÈS, Jules" userId="8b6efc48-4d92-455e-bc91-991ee7032aca" providerId="ADAL" clId="{567E287C-A980-42E1-B0EA-77B2D49B02CD}"/>
    <pc:docChg chg="addSld delSld modSld">
      <pc:chgData name="MUDÈS, Jules" userId="8b6efc48-4d92-455e-bc91-991ee7032aca" providerId="ADAL" clId="{567E287C-A980-42E1-B0EA-77B2D49B02CD}" dt="2024-12-12T10:38:27.909" v="4" actId="47"/>
      <pc:docMkLst>
        <pc:docMk/>
      </pc:docMkLst>
      <pc:sldChg chg="del mod modShow">
        <pc:chgData name="MUDÈS, Jules" userId="8b6efc48-4d92-455e-bc91-991ee7032aca" providerId="ADAL" clId="{567E287C-A980-42E1-B0EA-77B2D49B02CD}" dt="2024-12-12T10:38:27.909" v="4" actId="47"/>
        <pc:sldMkLst>
          <pc:docMk/>
          <pc:sldMk cId="191989202" sldId="2147481391"/>
        </pc:sldMkLst>
      </pc:sldChg>
      <pc:sldChg chg="add del">
        <pc:chgData name="MUDÈS, Jules" userId="8b6efc48-4d92-455e-bc91-991ee7032aca" providerId="ADAL" clId="{567E287C-A980-42E1-B0EA-77B2D49B02CD}" dt="2024-12-10T14:57:29.149" v="1" actId="47"/>
        <pc:sldMkLst>
          <pc:docMk/>
          <pc:sldMk cId="189570038" sldId="2147481392"/>
        </pc:sldMkLst>
      </pc:sldChg>
      <pc:sldChg chg="add">
        <pc:chgData name="MUDÈS, Jules" userId="8b6efc48-4d92-455e-bc91-991ee7032aca" providerId="ADAL" clId="{567E287C-A980-42E1-B0EA-77B2D49B02CD}" dt="2024-12-10T14:57:29.490" v="2"/>
        <pc:sldMkLst>
          <pc:docMk/>
          <pc:sldMk cId="1492581822" sldId="2147481392"/>
        </pc:sldMkLst>
      </pc:sldChg>
    </pc:docChg>
  </pc:docChgLst>
  <pc:docChgLst>
    <pc:chgData name="MUDÈS, Jules" userId="8b6efc48-4d92-455e-bc91-991ee7032aca" providerId="ADAL" clId="{3E1B7ADB-5961-4558-B910-184A043798CA}"/>
    <pc:docChg chg="undo custSel modSld">
      <pc:chgData name="MUDÈS, Jules" userId="8b6efc48-4d92-455e-bc91-991ee7032aca" providerId="ADAL" clId="{3E1B7ADB-5961-4558-B910-184A043798CA}" dt="2023-06-26T18:31:51.663" v="150" actId="1037"/>
      <pc:docMkLst>
        <pc:docMk/>
      </pc:docMkLst>
      <pc:sldChg chg="modSp mod">
        <pc:chgData name="MUDÈS, Jules" userId="8b6efc48-4d92-455e-bc91-991ee7032aca" providerId="ADAL" clId="{3E1B7ADB-5961-4558-B910-184A043798CA}" dt="2023-06-26T18:31:51.663" v="150" actId="1037"/>
        <pc:sldMkLst>
          <pc:docMk/>
          <pc:sldMk cId="191989202" sldId="2147481391"/>
        </pc:sldMkLst>
        <pc:spChg chg="mod">
          <ac:chgData name="MUDÈS, Jules" userId="8b6efc48-4d92-455e-bc91-991ee7032aca" providerId="ADAL" clId="{3E1B7ADB-5961-4558-B910-184A043798CA}" dt="2023-06-26T18:31:51.663" v="150" actId="1037"/>
          <ac:spMkLst>
            <pc:docMk/>
            <pc:sldMk cId="191989202" sldId="2147481391"/>
            <ac:spMk id="29" creationId="{4C1191E8-A250-4A3E-8577-861ED190A8A9}"/>
          </ac:spMkLst>
        </pc:spChg>
        <pc:spChg chg="mod">
          <ac:chgData name="MUDÈS, Jules" userId="8b6efc48-4d92-455e-bc91-991ee7032aca" providerId="ADAL" clId="{3E1B7ADB-5961-4558-B910-184A043798CA}" dt="2023-06-26T18:31:10.503" v="122" actId="1076"/>
          <ac:spMkLst>
            <pc:docMk/>
            <pc:sldMk cId="191989202" sldId="2147481391"/>
            <ac:spMk id="251" creationId="{C4D79F96-02E2-4044-A727-E88000BB2CB7}"/>
          </ac:spMkLst>
        </pc:spChg>
      </pc:sldChg>
    </pc:docChg>
  </pc:docChgLst>
  <pc:docChgLst>
    <pc:chgData name="MUDÈS, Jules" userId="8b6efc48-4d92-455e-bc91-991ee7032aca" providerId="ADAL" clId="{D36A79D3-0B85-4C68-B6D9-F632CFE6C61C}"/>
    <pc:docChg chg="undo custSel modSld">
      <pc:chgData name="MUDÈS, Jules" userId="8b6efc48-4d92-455e-bc91-991ee7032aca" providerId="ADAL" clId="{D36A79D3-0B85-4C68-B6D9-F632CFE6C61C}" dt="2023-12-07T15:49:16.947" v="1035" actId="6549"/>
      <pc:docMkLst>
        <pc:docMk/>
      </pc:docMkLst>
      <pc:sldChg chg="addSp delSp modSp mod">
        <pc:chgData name="MUDÈS, Jules" userId="8b6efc48-4d92-455e-bc91-991ee7032aca" providerId="ADAL" clId="{D36A79D3-0B85-4C68-B6D9-F632CFE6C61C}" dt="2023-12-07T15:49:16.947" v="1035" actId="6549"/>
        <pc:sldMkLst>
          <pc:docMk/>
          <pc:sldMk cId="191989202" sldId="2147481391"/>
        </pc:sldMkLst>
        <pc:spChg chg="add del mod">
          <ac:chgData name="MUDÈS, Jules" userId="8b6efc48-4d92-455e-bc91-991ee7032aca" providerId="ADAL" clId="{D36A79D3-0B85-4C68-B6D9-F632CFE6C61C}" dt="2023-12-07T15:32:31.198" v="344" actId="478"/>
          <ac:spMkLst>
            <pc:docMk/>
            <pc:sldMk cId="191989202" sldId="2147481391"/>
            <ac:spMk id="2" creationId="{DC826773-96E5-E1AD-8C31-4F3477833352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4" creationId="{9F9C891F-F927-D889-D3C8-B7D427A89D58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6" creationId="{193E357F-0746-01C5-FA4A-D5BF4AFE18A1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7" creationId="{41FB1565-1A68-B96C-1566-3FCA64E9F4E9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8" creationId="{674014D5-CCC8-70B8-C18B-26E9C3E497DC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9" creationId="{21B1353D-5C55-75CD-88D5-666417C4F8B7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2" creationId="{A1A3658F-B413-BCBD-EB94-342F8BE62693}"/>
          </ac:spMkLst>
        </pc:spChg>
        <pc:spChg chg="add del">
          <ac:chgData name="MUDÈS, Jules" userId="8b6efc48-4d92-455e-bc91-991ee7032aca" providerId="ADAL" clId="{D36A79D3-0B85-4C68-B6D9-F632CFE6C61C}" dt="2023-12-07T15:32:59.046" v="348" actId="22"/>
          <ac:spMkLst>
            <pc:docMk/>
            <pc:sldMk cId="191989202" sldId="2147481391"/>
            <ac:spMk id="15" creationId="{2860C127-BAF7-3559-30F0-976A4E157C86}"/>
          </ac:spMkLst>
        </pc:spChg>
        <pc:spChg chg="add mod">
          <ac:chgData name="MUDÈS, Jules" userId="8b6efc48-4d92-455e-bc91-991ee7032aca" providerId="ADAL" clId="{D36A79D3-0B85-4C68-B6D9-F632CFE6C61C}" dt="2023-12-07T15:49:16.947" v="1035" actId="6549"/>
          <ac:spMkLst>
            <pc:docMk/>
            <pc:sldMk cId="191989202" sldId="2147481391"/>
            <ac:spMk id="16" creationId="{D60FC230-4877-3DAA-1BDA-17DF2CD50904}"/>
          </ac:spMkLst>
        </pc:spChg>
        <pc:spChg chg="add del mod">
          <ac:chgData name="MUDÈS, Jules" userId="8b6efc48-4d92-455e-bc91-991ee7032aca" providerId="ADAL" clId="{D36A79D3-0B85-4C68-B6D9-F632CFE6C61C}" dt="2023-12-07T15:33:21.590" v="358"/>
          <ac:spMkLst>
            <pc:docMk/>
            <pc:sldMk cId="191989202" sldId="2147481391"/>
            <ac:spMk id="19" creationId="{3AD04714-FB42-10A0-DDBE-60E3B9242BCA}"/>
          </ac:spMkLst>
        </pc:spChg>
        <pc:spChg chg="add del">
          <ac:chgData name="MUDÈS, Jules" userId="8b6efc48-4d92-455e-bc91-991ee7032aca" providerId="ADAL" clId="{D36A79D3-0B85-4C68-B6D9-F632CFE6C61C}" dt="2023-12-07T15:34:17.293" v="372"/>
          <ac:spMkLst>
            <pc:docMk/>
            <pc:sldMk cId="191989202" sldId="2147481391"/>
            <ac:spMk id="21" creationId="{A88CC3E2-8F3F-C737-EAF4-C93EA5FF85EC}"/>
          </ac:spMkLst>
        </pc:spChg>
        <pc:spChg chg="add del mod">
          <ac:chgData name="MUDÈS, Jules" userId="8b6efc48-4d92-455e-bc91-991ee7032aca" providerId="ADAL" clId="{D36A79D3-0B85-4C68-B6D9-F632CFE6C61C}" dt="2023-12-07T15:46:40.049" v="888" actId="478"/>
          <ac:spMkLst>
            <pc:docMk/>
            <pc:sldMk cId="191989202" sldId="2147481391"/>
            <ac:spMk id="22" creationId="{86604A57-192B-3218-94BF-AAFE5D049117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5" creationId="{CC1D2817-2FEE-4FBB-89FF-A2249A9B28DF}"/>
          </ac:spMkLst>
        </pc:spChg>
        <pc:spChg chg="mod">
          <ac:chgData name="MUDÈS, Jules" userId="8b6efc48-4d92-455e-bc91-991ee7032aca" providerId="ADAL" clId="{D36A79D3-0B85-4C68-B6D9-F632CFE6C61C}" dt="2023-12-07T15:48:13.626" v="1013" actId="6549"/>
          <ac:spMkLst>
            <pc:docMk/>
            <pc:sldMk cId="191989202" sldId="2147481391"/>
            <ac:spMk id="26" creationId="{63EB567B-22BA-4CA0-BF67-A60AE1083054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8" creationId="{EB60408D-959D-474A-9504-0F79A702BFFF}"/>
          </ac:spMkLst>
        </pc:spChg>
        <pc:spChg chg="del mod">
          <ac:chgData name="MUDÈS, Jules" userId="8b6efc48-4d92-455e-bc91-991ee7032aca" providerId="ADAL" clId="{D36A79D3-0B85-4C68-B6D9-F632CFE6C61C}" dt="2023-12-07T15:34:57.397" v="379" actId="478"/>
          <ac:spMkLst>
            <pc:docMk/>
            <pc:sldMk cId="191989202" sldId="2147481391"/>
            <ac:spMk id="29" creationId="{4C1191E8-A250-4A3E-8577-861ED190A8A9}"/>
          </ac:spMkLst>
        </pc:spChg>
        <pc:spChg chg="del">
          <ac:chgData name="MUDÈS, Jules" userId="8b6efc48-4d92-455e-bc91-991ee7032aca" providerId="ADAL" clId="{D36A79D3-0B85-4C68-B6D9-F632CFE6C61C}" dt="2023-12-07T15:38:07.112" v="435" actId="478"/>
          <ac:spMkLst>
            <pc:docMk/>
            <pc:sldMk cId="191989202" sldId="2147481391"/>
            <ac:spMk id="30" creationId="{1D306444-8F16-4B97-856B-A795CAF2484D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31" creationId="{16CF2B3A-45BE-4DC5-A786-784F06C2011E}"/>
          </ac:spMkLst>
        </pc:spChg>
        <pc:spChg chg="mod">
          <ac:chgData name="MUDÈS, Jules" userId="8b6efc48-4d92-455e-bc91-991ee7032aca" providerId="ADAL" clId="{D36A79D3-0B85-4C68-B6D9-F632CFE6C61C}" dt="2023-12-07T15:48:59.939" v="1034" actId="20577"/>
          <ac:spMkLst>
            <pc:docMk/>
            <pc:sldMk cId="191989202" sldId="2147481391"/>
            <ac:spMk id="32" creationId="{D6AAC896-C232-42CF-B144-C3CE8CAD61F7}"/>
          </ac:spMkLst>
        </pc:spChg>
        <pc:spChg chg="mod">
          <ac:chgData name="MUDÈS, Jules" userId="8b6efc48-4d92-455e-bc91-991ee7032aca" providerId="ADAL" clId="{D36A79D3-0B85-4C68-B6D9-F632CFE6C61C}" dt="2023-12-07T15:39:18.105" v="519" actId="20577"/>
          <ac:spMkLst>
            <pc:docMk/>
            <pc:sldMk cId="191989202" sldId="2147481391"/>
            <ac:spMk id="34" creationId="{4B40964B-DD9D-471C-AA0F-057882ABC134}"/>
          </ac:spMkLst>
        </pc:spChg>
        <pc:spChg chg="mod">
          <ac:chgData name="MUDÈS, Jules" userId="8b6efc48-4d92-455e-bc91-991ee7032aca" providerId="ADAL" clId="{D36A79D3-0B85-4C68-B6D9-F632CFE6C61C}" dt="2023-12-07T15:39:07.329" v="508" actId="1076"/>
          <ac:spMkLst>
            <pc:docMk/>
            <pc:sldMk cId="191989202" sldId="2147481391"/>
            <ac:spMk id="36" creationId="{37CE432E-EBA5-4F30-A25C-B06D76EA27B5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47" creationId="{CF174299-7B65-45F0-BEE2-949982305B70}"/>
          </ac:spMkLst>
        </pc:spChg>
        <pc:spChg chg="mod">
          <ac:chgData name="MUDÈS, Jules" userId="8b6efc48-4d92-455e-bc91-991ee7032aca" providerId="ADAL" clId="{D36A79D3-0B85-4C68-B6D9-F632CFE6C61C}" dt="2023-12-07T15:46:23.052" v="886" actId="20577"/>
          <ac:spMkLst>
            <pc:docMk/>
            <pc:sldMk cId="191989202" sldId="2147481391"/>
            <ac:spMk id="65" creationId="{BAB4EEEB-9FB0-41EF-9EE0-3E56FC7F4B29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67" creationId="{6DDF7C18-192A-4BC9-978F-7B2C919E391A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69" creationId="{F6091164-461A-4A84-A45C-32B373547D9E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76" creationId="{6DC51D4E-8A37-41C6-9CEE-A9E3881A7E3C}"/>
          </ac:spMkLst>
        </pc:spChg>
        <pc:spChg chg="mod">
          <ac:chgData name="MUDÈS, Jules" userId="8b6efc48-4d92-455e-bc91-991ee7032aca" providerId="ADAL" clId="{D36A79D3-0B85-4C68-B6D9-F632CFE6C61C}" dt="2023-12-07T15:43:55.942" v="807" actId="20577"/>
          <ac:spMkLst>
            <pc:docMk/>
            <pc:sldMk cId="191989202" sldId="2147481391"/>
            <ac:spMk id="80" creationId="{2EDF0E4D-330F-4EFE-9764-617C2336E03C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82" creationId="{502E5E13-4472-425B-AC1A-85C09BCECFAA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85" creationId="{077D5598-BDD0-4760-8254-17B3A4677344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47" creationId="{7EDB9A12-C15F-4DA7-8601-83EC6E181337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50" creationId="{831B00F8-262A-459C-9801-6974E6994E8C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51" creationId="{A5C639E5-C092-4394-A50B-29B8D1B7C969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54" creationId="{68B4585D-7D3D-4FA2-95D3-0A0B90A75699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55" creationId="{7BC57B82-F2ED-472E-BA0F-0C5C6C77577C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0" creationId="{728CD6C6-EF45-4E3F-8567-42F83C012FD0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2" creationId="{3623713B-8E10-46CE-922D-68556E2856FE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3" creationId="{9FCF2FD7-B042-4C9C-93EF-1B40C662F901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4" creationId="{D4B72ECC-06D3-4B66-B9E1-466519FEC7D5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5" creationId="{89F32CF2-4E92-44E2-89CB-D72A4CC7A9BF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6" creationId="{13EDF4D5-1E08-4234-A6BA-9095081BF5EC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7" creationId="{77FC5070-9516-441B-B24A-0F3B124E0EA6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199" creationId="{4C634678-D539-44FE-BAA1-113812391E6F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1" creationId="{13BD9A9F-7B20-46F6-965C-40FFE13B8154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2" creationId="{7DD3DCDE-D3EF-43A4-808B-3D01BC3461FD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3" creationId="{EDF367AE-98B8-4EE4-8586-C67D9B85FD17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5" creationId="{0D14D97F-A403-43C9-85D2-F31CA7316262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6" creationId="{437ADC3B-77C8-4C7F-A95F-CFA508DB95E9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07" creationId="{0735AEA3-3F52-43D2-9ACA-0B4ED25F9AD6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0" creationId="{02841664-0768-7577-0D97-7723D7A81B7D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4" creationId="{AC64E42E-8714-4DEB-99D8-929A95DDA641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5" creationId="{2D78EC40-875D-4F02-A033-18DAD19339A3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6" creationId="{10963E05-AAAA-4671-B534-581B44845703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7" creationId="{03638876-C963-485E-8650-F2C245BDED4E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8" creationId="{50B5A008-971A-4125-8A9A-7A6798E67CF7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49" creationId="{3FAF70AA-B17C-49B1-86A3-AFAFCC25BC90}"/>
          </ac:spMkLst>
        </pc:spChg>
        <pc:spChg chg="mod">
          <ac:chgData name="MUDÈS, Jules" userId="8b6efc48-4d92-455e-bc91-991ee7032aca" providerId="ADAL" clId="{D36A79D3-0B85-4C68-B6D9-F632CFE6C61C}" dt="2023-12-07T15:38:42.129" v="481" actId="14100"/>
          <ac:spMkLst>
            <pc:docMk/>
            <pc:sldMk cId="191989202" sldId="2147481391"/>
            <ac:spMk id="251" creationId="{C4D79F96-02E2-4044-A727-E88000BB2CB7}"/>
          </ac:spMkLst>
        </pc:s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3" creationId="{26A1B7CA-F4EB-9112-23D8-793067004BB8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5" creationId="{0C72E306-61AB-7261-AABD-F29DE4D59B4C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1" creationId="{DAD260D9-9436-675D-FE36-3C5885ABC1FE}"/>
          </ac:grpSpMkLst>
        </pc:grpChg>
        <pc:grpChg chg="mod">
          <ac:chgData name="MUDÈS, Jules" userId="8b6efc48-4d92-455e-bc91-991ee7032aca" providerId="ADAL" clId="{D36A79D3-0B85-4C68-B6D9-F632CFE6C61C}" dt="2023-12-07T15:39:14.150" v="509" actId="166"/>
          <ac:grpSpMkLst>
            <pc:docMk/>
            <pc:sldMk cId="191989202" sldId="2147481391"/>
            <ac:grpSpMk id="33" creationId="{A960EC72-DBFB-4606-B65F-2B6F0679E108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66" creationId="{71BE013A-1E2D-40B8-8646-163043DFCA00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81" creationId="{9CF6A7D7-F17D-48C6-8502-480C27475D55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46" creationId="{213F83DA-344C-4663-B106-D264DCDA6CAD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48" creationId="{99D78991-203A-49FC-8A5E-A505E2094AFE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89" creationId="{AF7DF730-536E-4725-84CE-B508AA16CF61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91" creationId="{6214ED72-AFAF-450C-A827-88677EBBC19B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198" creationId="{FED02879-E43F-4E22-BEDE-4A2F31AFF482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200" creationId="{497D63A0-EFA8-41D7-BD50-472DFB3F2C44}"/>
          </ac:grpSpMkLst>
        </pc:grpChg>
        <pc:grpChg chg="mod">
          <ac:chgData name="MUDÈS, Jules" userId="8b6efc48-4d92-455e-bc91-991ee7032aca" providerId="ADAL" clId="{D36A79D3-0B85-4C68-B6D9-F632CFE6C61C}" dt="2023-12-07T15:38:42.129" v="481" actId="14100"/>
          <ac:grpSpMkLst>
            <pc:docMk/>
            <pc:sldMk cId="191989202" sldId="2147481391"/>
            <ac:grpSpMk id="204" creationId="{9D069A0C-C9A0-4CE0-9235-600101E8EED9}"/>
          </ac:grpSpMkLst>
        </pc:grp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10" creationId="{F451842B-140E-5A45-D06F-3A052625F2B6}"/>
          </ac:picMkLst>
        </pc:pic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13" creationId="{8707EF23-88ED-8C1A-7B36-8EA1CD2DF407}"/>
          </ac:picMkLst>
        </pc:pic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17" creationId="{0F696E13-D8F8-1F84-D7EC-AF42A98BA19D}"/>
          </ac:picMkLst>
        </pc:pic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18" creationId="{3A275C91-56D8-B804-019D-258C4BF8903E}"/>
          </ac:picMkLst>
        </pc:pic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20" creationId="{B35E75E1-A376-67EE-FFE9-CCCE9D3E0067}"/>
          </ac:picMkLst>
        </pc:picChg>
        <pc:picChg chg="mod">
          <ac:chgData name="MUDÈS, Jules" userId="8b6efc48-4d92-455e-bc91-991ee7032aca" providerId="ADAL" clId="{D36A79D3-0B85-4C68-B6D9-F632CFE6C61C}" dt="2023-12-07T15:38:42.129" v="481" actId="14100"/>
          <ac:picMkLst>
            <pc:docMk/>
            <pc:sldMk cId="191989202" sldId="2147481391"/>
            <ac:picMk id="242" creationId="{F94DEB80-D23C-EEB2-9EF5-D7512E856899}"/>
          </ac:picMkLst>
        </pc:picChg>
        <pc:cxnChg chg="mod">
          <ac:chgData name="MUDÈS, Jules" userId="8b6efc48-4d92-455e-bc91-991ee7032aca" providerId="ADAL" clId="{D36A79D3-0B85-4C68-B6D9-F632CFE6C61C}" dt="2023-12-07T15:39:07.329" v="508" actId="1076"/>
          <ac:cxnSpMkLst>
            <pc:docMk/>
            <pc:sldMk cId="191989202" sldId="2147481391"/>
            <ac:cxnSpMk id="38" creationId="{BCB39070-B76E-460C-B8E4-0CE050EDA8C9}"/>
          </ac:cxnSpMkLst>
        </pc:cxnChg>
        <pc:cxnChg chg="mod">
          <ac:chgData name="MUDÈS, Jules" userId="8b6efc48-4d92-455e-bc91-991ee7032aca" providerId="ADAL" clId="{D36A79D3-0B85-4C68-B6D9-F632CFE6C61C}" dt="2023-12-07T15:38:42.129" v="481" actId="14100"/>
          <ac:cxnSpMkLst>
            <pc:docMk/>
            <pc:sldMk cId="191989202" sldId="2147481391"/>
            <ac:cxnSpMk id="71" creationId="{F3610C0F-8FA4-4489-9A22-C719CEFD0A50}"/>
          </ac:cxnSpMkLst>
        </pc:cxnChg>
        <pc:cxnChg chg="mod">
          <ac:chgData name="MUDÈS, Jules" userId="8b6efc48-4d92-455e-bc91-991ee7032aca" providerId="ADAL" clId="{D36A79D3-0B85-4C68-B6D9-F632CFE6C61C}" dt="2023-12-07T15:38:42.129" v="481" actId="14100"/>
          <ac:cxnSpMkLst>
            <pc:docMk/>
            <pc:sldMk cId="191989202" sldId="2147481391"/>
            <ac:cxnSpMk id="83" creationId="{B82D66AB-13A7-48AC-BB65-EB215E12924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930D3-C0C4-487F-96D8-57DAA3459DFB}" type="datetimeFigureOut">
              <a:rPr lang="fr-FR" smtClean="0"/>
              <a:t>12/12/2024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34BF3-B14B-4C52-91EF-CCDF004D8E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7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59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13" Type="http://schemas.openxmlformats.org/officeDocument/2006/relationships/hyperlink" Target="http://www.capgemini.com/about/how-we-work/rightshorer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://www.capgemini.com/about/how-we-work/the-collaborative-business-experiencetm" TargetMode="External"/><Relationship Id="rId2" Type="http://schemas.openxmlformats.org/officeDocument/2006/relationships/hyperlink" Target="http://www.linkedin.com/company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twitter.com/capgemini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://www.facebook.com/capgemini" TargetMode="External"/><Relationship Id="rId4" Type="http://schemas.openxmlformats.org/officeDocument/2006/relationships/hyperlink" Target="http://www.slideshare.net/capgemini" TargetMode="External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4">
            <a:extLst>
              <a:ext uri="{FF2B5EF4-FFF2-40B4-BE49-F238E27FC236}">
                <a16:creationId xmlns:a16="http://schemas.microsoft.com/office/drawing/2014/main" id="{AEFD73FD-4310-4FE6-83F6-4ADDF1642E27}"/>
              </a:ext>
            </a:extLst>
          </p:cNvPr>
          <p:cNvSpPr>
            <a:spLocks/>
          </p:cNvSpPr>
          <p:nvPr userDrawn="1"/>
        </p:nvSpPr>
        <p:spPr bwMode="auto">
          <a:xfrm>
            <a:off x="1" y="0"/>
            <a:ext cx="5942703" cy="6858000"/>
          </a:xfrm>
          <a:custGeom>
            <a:avLst/>
            <a:gdLst>
              <a:gd name="connsiteX0" fmla="*/ 0 w 5942703"/>
              <a:gd name="connsiteY0" fmla="*/ 0 h 6858000"/>
              <a:gd name="connsiteX1" fmla="*/ 1934854 w 5942703"/>
              <a:gd name="connsiteY1" fmla="*/ 0 h 6858000"/>
              <a:gd name="connsiteX2" fmla="*/ 2016936 w 5942703"/>
              <a:gd name="connsiteY2" fmla="*/ 210681 h 6858000"/>
              <a:gd name="connsiteX3" fmla="*/ 5381513 w 5942703"/>
              <a:gd name="connsiteY3" fmla="*/ 2418544 h 6858000"/>
              <a:gd name="connsiteX4" fmla="*/ 3933862 w 5942703"/>
              <a:gd name="connsiteY4" fmla="*/ 6759409 h 6858000"/>
              <a:gd name="connsiteX5" fmla="*/ 3795861 w 5942703"/>
              <a:gd name="connsiteY5" fmla="*/ 6858000 h 6858000"/>
              <a:gd name="connsiteX6" fmla="*/ 0 w 594270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2703" h="6858000">
                <a:moveTo>
                  <a:pt x="0" y="0"/>
                </a:moveTo>
                <a:lnTo>
                  <a:pt x="1934854" y="0"/>
                </a:lnTo>
                <a:lnTo>
                  <a:pt x="2016936" y="210681"/>
                </a:lnTo>
                <a:cubicBezTo>
                  <a:pt x="3206701" y="3025068"/>
                  <a:pt x="5838311" y="3712297"/>
                  <a:pt x="5381513" y="2418544"/>
                </a:cubicBezTo>
                <a:cubicBezTo>
                  <a:pt x="6119798" y="2697936"/>
                  <a:pt x="6539698" y="4845048"/>
                  <a:pt x="3933862" y="6759409"/>
                </a:cubicBezTo>
                <a:lnTo>
                  <a:pt x="37958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00B48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1D61DEE-13C9-4E34-97DE-432882EEB993}"/>
              </a:ext>
            </a:extLst>
          </p:cNvPr>
          <p:cNvGrpSpPr/>
          <p:nvPr userDrawn="1"/>
        </p:nvGrpSpPr>
        <p:grpSpPr>
          <a:xfrm>
            <a:off x="4979035" y="2404110"/>
            <a:ext cx="735013" cy="682321"/>
            <a:chOff x="5662614" y="3032124"/>
            <a:chExt cx="863600" cy="801689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CA8EB9FD-9EF8-467D-92C6-8B7B68710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476" y="3368675"/>
              <a:ext cx="566738" cy="465138"/>
            </a:xfrm>
            <a:custGeom>
              <a:avLst/>
              <a:gdLst>
                <a:gd name="T0" fmla="*/ 99 w 149"/>
                <a:gd name="T1" fmla="*/ 85 h 122"/>
                <a:gd name="T2" fmla="*/ 149 w 149"/>
                <a:gd name="T3" fmla="*/ 34 h 122"/>
                <a:gd name="T4" fmla="*/ 112 w 149"/>
                <a:gd name="T5" fmla="*/ 0 h 122"/>
                <a:gd name="T6" fmla="*/ 39 w 149"/>
                <a:gd name="T7" fmla="*/ 78 h 122"/>
                <a:gd name="T8" fmla="*/ 0 w 149"/>
                <a:gd name="T9" fmla="*/ 114 h 122"/>
                <a:gd name="T10" fmla="*/ 29 w 149"/>
                <a:gd name="T11" fmla="*/ 122 h 122"/>
                <a:gd name="T12" fmla="*/ 99 w 149"/>
                <a:gd name="T13" fmla="*/ 99 h 122"/>
                <a:gd name="T14" fmla="*/ 64 w 149"/>
                <a:gd name="T15" fmla="*/ 68 h 122"/>
                <a:gd name="T16" fmla="*/ 99 w 149"/>
                <a:gd name="T17" fmla="*/ 8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2">
                  <a:moveTo>
                    <a:pt x="99" y="85"/>
                  </a:moveTo>
                  <a:cubicBezTo>
                    <a:pt x="127" y="85"/>
                    <a:pt x="149" y="62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8"/>
                    <a:pt x="39" y="78"/>
                  </a:cubicBezTo>
                  <a:cubicBezTo>
                    <a:pt x="37" y="96"/>
                    <a:pt x="20" y="111"/>
                    <a:pt x="0" y="114"/>
                  </a:cubicBezTo>
                  <a:cubicBezTo>
                    <a:pt x="5" y="119"/>
                    <a:pt x="16" y="122"/>
                    <a:pt x="29" y="122"/>
                  </a:cubicBezTo>
                  <a:cubicBezTo>
                    <a:pt x="54" y="122"/>
                    <a:pt x="84" y="115"/>
                    <a:pt x="99" y="99"/>
                  </a:cubicBezTo>
                  <a:cubicBezTo>
                    <a:pt x="78" y="100"/>
                    <a:pt x="65" y="86"/>
                    <a:pt x="64" y="68"/>
                  </a:cubicBezTo>
                  <a:cubicBezTo>
                    <a:pt x="74" y="80"/>
                    <a:pt x="85" y="85"/>
                    <a:pt x="99" y="85"/>
                  </a:cubicBezTo>
                </a:path>
              </a:pathLst>
            </a:custGeom>
            <a:solidFill>
              <a:srgbClr val="00B0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ED2560F6-388B-43F0-89C8-492914F43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2614" y="3032124"/>
              <a:ext cx="863600" cy="736599"/>
            </a:xfrm>
            <a:custGeom>
              <a:avLst/>
              <a:gdLst>
                <a:gd name="T0" fmla="*/ 227 w 227"/>
                <a:gd name="T1" fmla="*/ 120 h 193"/>
                <a:gd name="T2" fmla="*/ 188 w 227"/>
                <a:gd name="T3" fmla="*/ 40 h 193"/>
                <a:gd name="T4" fmla="*/ 127 w 227"/>
                <a:gd name="T5" fmla="*/ 3 h 193"/>
                <a:gd name="T6" fmla="*/ 122 w 227"/>
                <a:gd name="T7" fmla="*/ 0 h 193"/>
                <a:gd name="T8" fmla="*/ 122 w 227"/>
                <a:gd name="T9" fmla="*/ 0 h 193"/>
                <a:gd name="T10" fmla="*/ 0 w 227"/>
                <a:gd name="T11" fmla="*/ 125 h 193"/>
                <a:gd name="T12" fmla="*/ 42 w 227"/>
                <a:gd name="T13" fmla="*/ 187 h 193"/>
                <a:gd name="T14" fmla="*/ 85 w 227"/>
                <a:gd name="T15" fmla="*/ 188 h 193"/>
                <a:gd name="T16" fmla="*/ 117 w 227"/>
                <a:gd name="T17" fmla="*/ 166 h 193"/>
                <a:gd name="T18" fmla="*/ 190 w 227"/>
                <a:gd name="T19" fmla="*/ 88 h 193"/>
                <a:gd name="T20" fmla="*/ 227 w 227"/>
                <a:gd name="T21" fmla="*/ 122 h 193"/>
                <a:gd name="T22" fmla="*/ 227 w 227"/>
                <a:gd name="T23" fmla="*/ 12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3">
                  <a:moveTo>
                    <a:pt x="227" y="120"/>
                  </a:moveTo>
                  <a:cubicBezTo>
                    <a:pt x="226" y="89"/>
                    <a:pt x="211" y="62"/>
                    <a:pt x="188" y="40"/>
                  </a:cubicBezTo>
                  <a:cubicBezTo>
                    <a:pt x="170" y="24"/>
                    <a:pt x="149" y="12"/>
                    <a:pt x="127" y="3"/>
                  </a:cubicBezTo>
                  <a:cubicBezTo>
                    <a:pt x="125" y="2"/>
                    <a:pt x="123" y="1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94" y="33"/>
                    <a:pt x="0" y="57"/>
                    <a:pt x="0" y="125"/>
                  </a:cubicBezTo>
                  <a:cubicBezTo>
                    <a:pt x="0" y="152"/>
                    <a:pt x="17" y="177"/>
                    <a:pt x="42" y="187"/>
                  </a:cubicBezTo>
                  <a:cubicBezTo>
                    <a:pt x="56" y="193"/>
                    <a:pt x="71" y="193"/>
                    <a:pt x="85" y="188"/>
                  </a:cubicBezTo>
                  <a:cubicBezTo>
                    <a:pt x="98" y="184"/>
                    <a:pt x="108" y="176"/>
                    <a:pt x="117" y="166"/>
                  </a:cubicBezTo>
                  <a:cubicBezTo>
                    <a:pt x="145" y="136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5B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6536184" y="2467520"/>
            <a:ext cx="4899531" cy="77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global leader in consulting, technology services and digital transformation, Capgemini is at the forefront of innovation to address</a:t>
            </a:r>
          </a:p>
          <a:p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entire breadth of clients’ opportunities in the evolving world of cloud, digital and platforms. </a:t>
            </a:r>
            <a:r>
              <a:rPr lang="en-GB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its strong 50-year heritage and deep industry-specific expertise, Capgemini enables organizations to realize</a:t>
            </a:r>
          </a:p>
          <a:p>
            <a:r>
              <a:rPr lang="en-GB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 business ambitions through an array of services </a:t>
            </a:r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strategy</a:t>
            </a:r>
          </a:p>
          <a:p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operations. Capgemini is driven by the conviction that the business</a:t>
            </a:r>
          </a:p>
          <a:p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of technology comes from and through people. It is a multicultural company of almost 220,000 team members in more than 40 countries.</a:t>
            </a:r>
          </a:p>
          <a:p>
            <a:r>
              <a:rPr lang="en-US"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Group reported 2019 global revenues of EUR 14.1 billion.</a:t>
            </a:r>
            <a:endParaRPr lang="fr-FR" sz="10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6536184" y="2088256"/>
            <a:ext cx="2219960" cy="22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>
                <a:solidFill>
                  <a:schemeClr val="accent1"/>
                </a:solidFill>
              </a:rPr>
              <a:t>About Capgemini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6536184" y="4235826"/>
            <a:ext cx="2057400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  <a:spcAft>
                <a:spcPts val="600"/>
              </a:spcAft>
            </a:pPr>
            <a:r>
              <a:rPr lang="en-US" sz="900">
                <a:solidFill>
                  <a:schemeClr val="tx1"/>
                </a:solidFill>
              </a:rPr>
              <a:t>Visit us at</a:t>
            </a:r>
          </a:p>
          <a:p>
            <a:pPr algn="just">
              <a:lnSpc>
                <a:spcPts val="1200"/>
              </a:lnSpc>
            </a:pPr>
            <a:r>
              <a:rPr lang="en-US" sz="1400">
                <a:solidFill>
                  <a:schemeClr val="accent2"/>
                </a:solidFill>
              </a:rPr>
              <a:t>www.capgemini.com</a:t>
            </a:r>
          </a:p>
        </p:txBody>
      </p:sp>
      <p:pic>
        <p:nvPicPr>
          <p:cNvPr id="17" name="Picture 2" descr="D:\My Work\Template\Icons\Social Media\LinkedIN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097" y="3979258"/>
            <a:ext cx="333195" cy="333195"/>
          </a:xfrm>
          <a:prstGeom prst="rect">
            <a:avLst/>
          </a:prstGeom>
          <a:noFill/>
        </p:spPr>
      </p:pic>
      <p:pic>
        <p:nvPicPr>
          <p:cNvPr id="18" name="Picture 4" descr="D:\My Work\Template\Icons\Social Media\SlideShare.pn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3474" y="3979258"/>
            <a:ext cx="333195" cy="333195"/>
          </a:xfrm>
          <a:prstGeom prst="rect">
            <a:avLst/>
          </a:prstGeom>
          <a:noFill/>
        </p:spPr>
      </p:pic>
      <p:pic>
        <p:nvPicPr>
          <p:cNvPr id="19" name="Picture 5" descr="D:\My Work\Template\Icons\Social Media\Twitter.pn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6851" y="3979258"/>
            <a:ext cx="333195" cy="333195"/>
          </a:xfrm>
          <a:prstGeom prst="rect">
            <a:avLst/>
          </a:prstGeom>
          <a:noFill/>
        </p:spPr>
      </p:pic>
      <p:pic>
        <p:nvPicPr>
          <p:cNvPr id="20" name="Picture 6" descr="D:\My Work\Template\Icons\Social Media\YouTube.pn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60227" y="3979258"/>
            <a:ext cx="333195" cy="333195"/>
          </a:xfrm>
          <a:prstGeom prst="rect">
            <a:avLst/>
          </a:prstGeom>
          <a:noFill/>
        </p:spPr>
      </p:pic>
      <p:pic>
        <p:nvPicPr>
          <p:cNvPr id="21" name="Picture 7" descr="D:\My Work\Template\Icons\Social Media\Facebook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720" y="3979258"/>
            <a:ext cx="333195" cy="333195"/>
          </a:xfrm>
          <a:prstGeom prst="rect">
            <a:avLst/>
          </a:prstGeom>
          <a:noFill/>
        </p:spPr>
      </p:pic>
      <p:sp>
        <p:nvSpPr>
          <p:cNvPr id="23" name="Rectangle 22"/>
          <p:cNvSpPr/>
          <p:nvPr userDrawn="1"/>
        </p:nvSpPr>
        <p:spPr>
          <a:xfrm>
            <a:off x="426720" y="5764024"/>
            <a:ext cx="4198620" cy="44627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0">
                <a:solidFill>
                  <a:schemeClr val="bg1"/>
                </a:solidFill>
                <a:latin typeface="+mn-lt"/>
                <a:cs typeface="Arial"/>
              </a:rPr>
              <a:t>This message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800" noProof="0">
                <a:solidFill>
                  <a:schemeClr val="bg1"/>
                </a:solidFill>
                <a:latin typeface="Arial"/>
                <a:cs typeface="Arial"/>
              </a:rPr>
              <a:t>Copyright © 2020 Capgemini. All rights reserved.</a:t>
            </a:r>
          </a:p>
        </p:txBody>
      </p:sp>
      <p:sp>
        <p:nvSpPr>
          <p:cNvPr id="25" name="Rectangle 24">
            <a:hlinkClick r:id="rId12"/>
          </p:cNvPr>
          <p:cNvSpPr/>
          <p:nvPr userDrawn="1"/>
        </p:nvSpPr>
        <p:spPr>
          <a:xfrm>
            <a:off x="7489902" y="3812094"/>
            <a:ext cx="2336088" cy="124676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hlinkClick r:id="rId13"/>
          </p:cNvPr>
          <p:cNvSpPr/>
          <p:nvPr userDrawn="1"/>
        </p:nvSpPr>
        <p:spPr>
          <a:xfrm>
            <a:off x="10730865" y="3812094"/>
            <a:ext cx="704850" cy="124676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ZoneTexte 23"/>
          <p:cNvSpPr txBox="1"/>
          <p:nvPr userDrawn="1"/>
        </p:nvSpPr>
        <p:spPr>
          <a:xfrm>
            <a:off x="419254" y="4381708"/>
            <a:ext cx="251992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People matter, results count.</a:t>
            </a:r>
          </a:p>
        </p:txBody>
      </p:sp>
    </p:spTree>
    <p:extLst>
      <p:ext uri="{BB962C8B-B14F-4D97-AF65-F5344CB8AC3E}">
        <p14:creationId xmlns:p14="http://schemas.microsoft.com/office/powerpoint/2010/main" val="643064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6"/>
          <p:cNvSpPr>
            <a:spLocks/>
          </p:cNvSpPr>
          <p:nvPr userDrawn="1"/>
        </p:nvSpPr>
        <p:spPr bwMode="auto">
          <a:xfrm>
            <a:off x="-1" y="0"/>
            <a:ext cx="5557037" cy="6499225"/>
          </a:xfrm>
          <a:custGeom>
            <a:avLst/>
            <a:gdLst>
              <a:gd name="connsiteX0" fmla="*/ 9977 w 10000"/>
              <a:gd name="connsiteY0" fmla="*/ 377 h 10000"/>
              <a:gd name="connsiteX1" fmla="*/ 9977 w 10000"/>
              <a:gd name="connsiteY1" fmla="*/ 357 h 10000"/>
              <a:gd name="connsiteX2" fmla="*/ 9989 w 10000"/>
              <a:gd name="connsiteY2" fmla="*/ 338 h 10000"/>
              <a:gd name="connsiteX3" fmla="*/ 9989 w 10000"/>
              <a:gd name="connsiteY3" fmla="*/ 88 h 10000"/>
              <a:gd name="connsiteX4" fmla="*/ 9971 w 10000"/>
              <a:gd name="connsiteY4" fmla="*/ 64 h 10000"/>
              <a:gd name="connsiteX5" fmla="*/ 9971 w 10000"/>
              <a:gd name="connsiteY5" fmla="*/ 20 h 10000"/>
              <a:gd name="connsiteX6" fmla="*/ 9989 w 10000"/>
              <a:gd name="connsiteY6" fmla="*/ 0 h 10000"/>
              <a:gd name="connsiteX7" fmla="*/ 51 w 10000"/>
              <a:gd name="connsiteY7" fmla="*/ 0 h 10000"/>
              <a:gd name="connsiteX8" fmla="*/ 0 w 10000"/>
              <a:gd name="connsiteY8" fmla="*/ 44 h 10000"/>
              <a:gd name="connsiteX9" fmla="*/ 0 w 10000"/>
              <a:gd name="connsiteY9" fmla="*/ 8865 h 10000"/>
              <a:gd name="connsiteX10" fmla="*/ 46 w 10000"/>
              <a:gd name="connsiteY10" fmla="*/ 8865 h 10000"/>
              <a:gd name="connsiteX11" fmla="*/ 91 w 10000"/>
              <a:gd name="connsiteY11" fmla="*/ 8894 h 10000"/>
              <a:gd name="connsiteX12" fmla="*/ 1041 w 10000"/>
              <a:gd name="connsiteY12" fmla="*/ 9437 h 10000"/>
              <a:gd name="connsiteX13" fmla="*/ 2802 w 10000"/>
              <a:gd name="connsiteY13" fmla="*/ 9961 h 10000"/>
              <a:gd name="connsiteX14" fmla="*/ 3985 w 10000"/>
              <a:gd name="connsiteY14" fmla="*/ 9878 h 10000"/>
              <a:gd name="connsiteX15" fmla="*/ 5397 w 10000"/>
              <a:gd name="connsiteY15" fmla="*/ 9090 h 10000"/>
              <a:gd name="connsiteX16" fmla="*/ 5409 w 10000"/>
              <a:gd name="connsiteY16" fmla="*/ 9036 h 10000"/>
              <a:gd name="connsiteX17" fmla="*/ 5363 w 10000"/>
              <a:gd name="connsiteY17" fmla="*/ 8552 h 10000"/>
              <a:gd name="connsiteX18" fmla="*/ 5672 w 10000"/>
              <a:gd name="connsiteY18" fmla="*/ 7681 h 10000"/>
              <a:gd name="connsiteX19" fmla="*/ 6467 w 10000"/>
              <a:gd name="connsiteY19" fmla="*/ 6463 h 10000"/>
              <a:gd name="connsiteX20" fmla="*/ 8067 w 10000"/>
              <a:gd name="connsiteY20" fmla="*/ 4364 h 10000"/>
              <a:gd name="connsiteX21" fmla="*/ 9251 w 10000"/>
              <a:gd name="connsiteY21" fmla="*/ 2578 h 10000"/>
              <a:gd name="connsiteX22" fmla="*/ 9851 w 10000"/>
              <a:gd name="connsiteY22" fmla="*/ 1150 h 10000"/>
              <a:gd name="connsiteX23" fmla="*/ 9943 w 10000"/>
              <a:gd name="connsiteY23" fmla="*/ 714 h 10000"/>
              <a:gd name="connsiteX24" fmla="*/ 9960 w 10000"/>
              <a:gd name="connsiteY24" fmla="*/ 563 h 10000"/>
              <a:gd name="connsiteX25" fmla="*/ 9971 w 10000"/>
              <a:gd name="connsiteY25" fmla="*/ 411 h 10000"/>
              <a:gd name="connsiteX26" fmla="*/ 9977 w 10000"/>
              <a:gd name="connsiteY26" fmla="*/ 377 h 10000"/>
              <a:gd name="connsiteX0" fmla="*/ 9977 w 10000"/>
              <a:gd name="connsiteY0" fmla="*/ 377 h 10000"/>
              <a:gd name="connsiteX1" fmla="*/ 9977 w 10000"/>
              <a:gd name="connsiteY1" fmla="*/ 357 h 10000"/>
              <a:gd name="connsiteX2" fmla="*/ 9989 w 10000"/>
              <a:gd name="connsiteY2" fmla="*/ 88 h 10000"/>
              <a:gd name="connsiteX3" fmla="*/ 9971 w 10000"/>
              <a:gd name="connsiteY3" fmla="*/ 64 h 10000"/>
              <a:gd name="connsiteX4" fmla="*/ 9971 w 10000"/>
              <a:gd name="connsiteY4" fmla="*/ 20 h 10000"/>
              <a:gd name="connsiteX5" fmla="*/ 9989 w 10000"/>
              <a:gd name="connsiteY5" fmla="*/ 0 h 10000"/>
              <a:gd name="connsiteX6" fmla="*/ 51 w 10000"/>
              <a:gd name="connsiteY6" fmla="*/ 0 h 10000"/>
              <a:gd name="connsiteX7" fmla="*/ 0 w 10000"/>
              <a:gd name="connsiteY7" fmla="*/ 44 h 10000"/>
              <a:gd name="connsiteX8" fmla="*/ 0 w 10000"/>
              <a:gd name="connsiteY8" fmla="*/ 8865 h 10000"/>
              <a:gd name="connsiteX9" fmla="*/ 46 w 10000"/>
              <a:gd name="connsiteY9" fmla="*/ 8865 h 10000"/>
              <a:gd name="connsiteX10" fmla="*/ 91 w 10000"/>
              <a:gd name="connsiteY10" fmla="*/ 8894 h 10000"/>
              <a:gd name="connsiteX11" fmla="*/ 1041 w 10000"/>
              <a:gd name="connsiteY11" fmla="*/ 9437 h 10000"/>
              <a:gd name="connsiteX12" fmla="*/ 2802 w 10000"/>
              <a:gd name="connsiteY12" fmla="*/ 9961 h 10000"/>
              <a:gd name="connsiteX13" fmla="*/ 3985 w 10000"/>
              <a:gd name="connsiteY13" fmla="*/ 9878 h 10000"/>
              <a:gd name="connsiteX14" fmla="*/ 5397 w 10000"/>
              <a:gd name="connsiteY14" fmla="*/ 9090 h 10000"/>
              <a:gd name="connsiteX15" fmla="*/ 5409 w 10000"/>
              <a:gd name="connsiteY15" fmla="*/ 9036 h 10000"/>
              <a:gd name="connsiteX16" fmla="*/ 5363 w 10000"/>
              <a:gd name="connsiteY16" fmla="*/ 8552 h 10000"/>
              <a:gd name="connsiteX17" fmla="*/ 5672 w 10000"/>
              <a:gd name="connsiteY17" fmla="*/ 7681 h 10000"/>
              <a:gd name="connsiteX18" fmla="*/ 6467 w 10000"/>
              <a:gd name="connsiteY18" fmla="*/ 6463 h 10000"/>
              <a:gd name="connsiteX19" fmla="*/ 8067 w 10000"/>
              <a:gd name="connsiteY19" fmla="*/ 4364 h 10000"/>
              <a:gd name="connsiteX20" fmla="*/ 9251 w 10000"/>
              <a:gd name="connsiteY20" fmla="*/ 2578 h 10000"/>
              <a:gd name="connsiteX21" fmla="*/ 9851 w 10000"/>
              <a:gd name="connsiteY21" fmla="*/ 1150 h 10000"/>
              <a:gd name="connsiteX22" fmla="*/ 9943 w 10000"/>
              <a:gd name="connsiteY22" fmla="*/ 714 h 10000"/>
              <a:gd name="connsiteX23" fmla="*/ 9960 w 10000"/>
              <a:gd name="connsiteY23" fmla="*/ 563 h 10000"/>
              <a:gd name="connsiteX24" fmla="*/ 9971 w 10000"/>
              <a:gd name="connsiteY24" fmla="*/ 411 h 10000"/>
              <a:gd name="connsiteX25" fmla="*/ 9977 w 10000"/>
              <a:gd name="connsiteY25" fmla="*/ 377 h 10000"/>
              <a:gd name="connsiteX0" fmla="*/ 9977 w 10000"/>
              <a:gd name="connsiteY0" fmla="*/ 377 h 10000"/>
              <a:gd name="connsiteX1" fmla="*/ 9977 w 10000"/>
              <a:gd name="connsiteY1" fmla="*/ 357 h 10000"/>
              <a:gd name="connsiteX2" fmla="*/ 9989 w 10000"/>
              <a:gd name="connsiteY2" fmla="*/ 88 h 10000"/>
              <a:gd name="connsiteX3" fmla="*/ 9971 w 10000"/>
              <a:gd name="connsiteY3" fmla="*/ 20 h 10000"/>
              <a:gd name="connsiteX4" fmla="*/ 9989 w 10000"/>
              <a:gd name="connsiteY4" fmla="*/ 0 h 10000"/>
              <a:gd name="connsiteX5" fmla="*/ 51 w 10000"/>
              <a:gd name="connsiteY5" fmla="*/ 0 h 10000"/>
              <a:gd name="connsiteX6" fmla="*/ 0 w 10000"/>
              <a:gd name="connsiteY6" fmla="*/ 44 h 10000"/>
              <a:gd name="connsiteX7" fmla="*/ 0 w 10000"/>
              <a:gd name="connsiteY7" fmla="*/ 8865 h 10000"/>
              <a:gd name="connsiteX8" fmla="*/ 46 w 10000"/>
              <a:gd name="connsiteY8" fmla="*/ 8865 h 10000"/>
              <a:gd name="connsiteX9" fmla="*/ 91 w 10000"/>
              <a:gd name="connsiteY9" fmla="*/ 8894 h 10000"/>
              <a:gd name="connsiteX10" fmla="*/ 1041 w 10000"/>
              <a:gd name="connsiteY10" fmla="*/ 9437 h 10000"/>
              <a:gd name="connsiteX11" fmla="*/ 2802 w 10000"/>
              <a:gd name="connsiteY11" fmla="*/ 9961 h 10000"/>
              <a:gd name="connsiteX12" fmla="*/ 3985 w 10000"/>
              <a:gd name="connsiteY12" fmla="*/ 9878 h 10000"/>
              <a:gd name="connsiteX13" fmla="*/ 5397 w 10000"/>
              <a:gd name="connsiteY13" fmla="*/ 9090 h 10000"/>
              <a:gd name="connsiteX14" fmla="*/ 5409 w 10000"/>
              <a:gd name="connsiteY14" fmla="*/ 9036 h 10000"/>
              <a:gd name="connsiteX15" fmla="*/ 5363 w 10000"/>
              <a:gd name="connsiteY15" fmla="*/ 8552 h 10000"/>
              <a:gd name="connsiteX16" fmla="*/ 5672 w 10000"/>
              <a:gd name="connsiteY16" fmla="*/ 7681 h 10000"/>
              <a:gd name="connsiteX17" fmla="*/ 6467 w 10000"/>
              <a:gd name="connsiteY17" fmla="*/ 6463 h 10000"/>
              <a:gd name="connsiteX18" fmla="*/ 8067 w 10000"/>
              <a:gd name="connsiteY18" fmla="*/ 4364 h 10000"/>
              <a:gd name="connsiteX19" fmla="*/ 9251 w 10000"/>
              <a:gd name="connsiteY19" fmla="*/ 2578 h 10000"/>
              <a:gd name="connsiteX20" fmla="*/ 9851 w 10000"/>
              <a:gd name="connsiteY20" fmla="*/ 1150 h 10000"/>
              <a:gd name="connsiteX21" fmla="*/ 9943 w 10000"/>
              <a:gd name="connsiteY21" fmla="*/ 714 h 10000"/>
              <a:gd name="connsiteX22" fmla="*/ 9960 w 10000"/>
              <a:gd name="connsiteY22" fmla="*/ 563 h 10000"/>
              <a:gd name="connsiteX23" fmla="*/ 9971 w 10000"/>
              <a:gd name="connsiteY23" fmla="*/ 411 h 10000"/>
              <a:gd name="connsiteX24" fmla="*/ 9977 w 10000"/>
              <a:gd name="connsiteY24" fmla="*/ 377 h 10000"/>
              <a:gd name="connsiteX0" fmla="*/ 9977 w 10000"/>
              <a:gd name="connsiteY0" fmla="*/ 377 h 10000"/>
              <a:gd name="connsiteX1" fmla="*/ 9977 w 10000"/>
              <a:gd name="connsiteY1" fmla="*/ 357 h 10000"/>
              <a:gd name="connsiteX2" fmla="*/ 9989 w 10000"/>
              <a:gd name="connsiteY2" fmla="*/ 88 h 10000"/>
              <a:gd name="connsiteX3" fmla="*/ 9971 w 10000"/>
              <a:gd name="connsiteY3" fmla="*/ 20 h 10000"/>
              <a:gd name="connsiteX4" fmla="*/ 51 w 10000"/>
              <a:gd name="connsiteY4" fmla="*/ 0 h 10000"/>
              <a:gd name="connsiteX5" fmla="*/ 0 w 10000"/>
              <a:gd name="connsiteY5" fmla="*/ 44 h 10000"/>
              <a:gd name="connsiteX6" fmla="*/ 0 w 10000"/>
              <a:gd name="connsiteY6" fmla="*/ 8865 h 10000"/>
              <a:gd name="connsiteX7" fmla="*/ 46 w 10000"/>
              <a:gd name="connsiteY7" fmla="*/ 8865 h 10000"/>
              <a:gd name="connsiteX8" fmla="*/ 91 w 10000"/>
              <a:gd name="connsiteY8" fmla="*/ 8894 h 10000"/>
              <a:gd name="connsiteX9" fmla="*/ 1041 w 10000"/>
              <a:gd name="connsiteY9" fmla="*/ 9437 h 10000"/>
              <a:gd name="connsiteX10" fmla="*/ 2802 w 10000"/>
              <a:gd name="connsiteY10" fmla="*/ 9961 h 10000"/>
              <a:gd name="connsiteX11" fmla="*/ 3985 w 10000"/>
              <a:gd name="connsiteY11" fmla="*/ 9878 h 10000"/>
              <a:gd name="connsiteX12" fmla="*/ 5397 w 10000"/>
              <a:gd name="connsiteY12" fmla="*/ 9090 h 10000"/>
              <a:gd name="connsiteX13" fmla="*/ 5409 w 10000"/>
              <a:gd name="connsiteY13" fmla="*/ 9036 h 10000"/>
              <a:gd name="connsiteX14" fmla="*/ 5363 w 10000"/>
              <a:gd name="connsiteY14" fmla="*/ 8552 h 10000"/>
              <a:gd name="connsiteX15" fmla="*/ 5672 w 10000"/>
              <a:gd name="connsiteY15" fmla="*/ 7681 h 10000"/>
              <a:gd name="connsiteX16" fmla="*/ 6467 w 10000"/>
              <a:gd name="connsiteY16" fmla="*/ 6463 h 10000"/>
              <a:gd name="connsiteX17" fmla="*/ 8067 w 10000"/>
              <a:gd name="connsiteY17" fmla="*/ 4364 h 10000"/>
              <a:gd name="connsiteX18" fmla="*/ 9251 w 10000"/>
              <a:gd name="connsiteY18" fmla="*/ 2578 h 10000"/>
              <a:gd name="connsiteX19" fmla="*/ 9851 w 10000"/>
              <a:gd name="connsiteY19" fmla="*/ 1150 h 10000"/>
              <a:gd name="connsiteX20" fmla="*/ 9943 w 10000"/>
              <a:gd name="connsiteY20" fmla="*/ 714 h 10000"/>
              <a:gd name="connsiteX21" fmla="*/ 9960 w 10000"/>
              <a:gd name="connsiteY21" fmla="*/ 563 h 10000"/>
              <a:gd name="connsiteX22" fmla="*/ 9971 w 10000"/>
              <a:gd name="connsiteY22" fmla="*/ 411 h 10000"/>
              <a:gd name="connsiteX23" fmla="*/ 9977 w 10000"/>
              <a:gd name="connsiteY23" fmla="*/ 377 h 10000"/>
              <a:gd name="connsiteX0" fmla="*/ 9977 w 10000"/>
              <a:gd name="connsiteY0" fmla="*/ 377 h 10000"/>
              <a:gd name="connsiteX1" fmla="*/ 9977 w 10000"/>
              <a:gd name="connsiteY1" fmla="*/ 357 h 10000"/>
              <a:gd name="connsiteX2" fmla="*/ 9989 w 10000"/>
              <a:gd name="connsiteY2" fmla="*/ 88 h 10000"/>
              <a:gd name="connsiteX3" fmla="*/ 9977 w 10000"/>
              <a:gd name="connsiteY3" fmla="*/ 0 h 10000"/>
              <a:gd name="connsiteX4" fmla="*/ 51 w 10000"/>
              <a:gd name="connsiteY4" fmla="*/ 0 h 10000"/>
              <a:gd name="connsiteX5" fmla="*/ 0 w 10000"/>
              <a:gd name="connsiteY5" fmla="*/ 44 h 10000"/>
              <a:gd name="connsiteX6" fmla="*/ 0 w 10000"/>
              <a:gd name="connsiteY6" fmla="*/ 8865 h 10000"/>
              <a:gd name="connsiteX7" fmla="*/ 46 w 10000"/>
              <a:gd name="connsiteY7" fmla="*/ 8865 h 10000"/>
              <a:gd name="connsiteX8" fmla="*/ 91 w 10000"/>
              <a:gd name="connsiteY8" fmla="*/ 8894 h 10000"/>
              <a:gd name="connsiteX9" fmla="*/ 1041 w 10000"/>
              <a:gd name="connsiteY9" fmla="*/ 9437 h 10000"/>
              <a:gd name="connsiteX10" fmla="*/ 2802 w 10000"/>
              <a:gd name="connsiteY10" fmla="*/ 9961 h 10000"/>
              <a:gd name="connsiteX11" fmla="*/ 3985 w 10000"/>
              <a:gd name="connsiteY11" fmla="*/ 9878 h 10000"/>
              <a:gd name="connsiteX12" fmla="*/ 5397 w 10000"/>
              <a:gd name="connsiteY12" fmla="*/ 9090 h 10000"/>
              <a:gd name="connsiteX13" fmla="*/ 5409 w 10000"/>
              <a:gd name="connsiteY13" fmla="*/ 9036 h 10000"/>
              <a:gd name="connsiteX14" fmla="*/ 5363 w 10000"/>
              <a:gd name="connsiteY14" fmla="*/ 8552 h 10000"/>
              <a:gd name="connsiteX15" fmla="*/ 5672 w 10000"/>
              <a:gd name="connsiteY15" fmla="*/ 7681 h 10000"/>
              <a:gd name="connsiteX16" fmla="*/ 6467 w 10000"/>
              <a:gd name="connsiteY16" fmla="*/ 6463 h 10000"/>
              <a:gd name="connsiteX17" fmla="*/ 8067 w 10000"/>
              <a:gd name="connsiteY17" fmla="*/ 4364 h 10000"/>
              <a:gd name="connsiteX18" fmla="*/ 9251 w 10000"/>
              <a:gd name="connsiteY18" fmla="*/ 2578 h 10000"/>
              <a:gd name="connsiteX19" fmla="*/ 9851 w 10000"/>
              <a:gd name="connsiteY19" fmla="*/ 1150 h 10000"/>
              <a:gd name="connsiteX20" fmla="*/ 9943 w 10000"/>
              <a:gd name="connsiteY20" fmla="*/ 714 h 10000"/>
              <a:gd name="connsiteX21" fmla="*/ 9960 w 10000"/>
              <a:gd name="connsiteY21" fmla="*/ 563 h 10000"/>
              <a:gd name="connsiteX22" fmla="*/ 9971 w 10000"/>
              <a:gd name="connsiteY22" fmla="*/ 411 h 10000"/>
              <a:gd name="connsiteX23" fmla="*/ 9977 w 10000"/>
              <a:gd name="connsiteY23" fmla="*/ 377 h 10000"/>
              <a:gd name="connsiteX0" fmla="*/ 9971 w 9990"/>
              <a:gd name="connsiteY0" fmla="*/ 411 h 10000"/>
              <a:gd name="connsiteX1" fmla="*/ 9977 w 9990"/>
              <a:gd name="connsiteY1" fmla="*/ 357 h 10000"/>
              <a:gd name="connsiteX2" fmla="*/ 9989 w 9990"/>
              <a:gd name="connsiteY2" fmla="*/ 88 h 10000"/>
              <a:gd name="connsiteX3" fmla="*/ 9977 w 9990"/>
              <a:gd name="connsiteY3" fmla="*/ 0 h 10000"/>
              <a:gd name="connsiteX4" fmla="*/ 51 w 9990"/>
              <a:gd name="connsiteY4" fmla="*/ 0 h 10000"/>
              <a:gd name="connsiteX5" fmla="*/ 0 w 9990"/>
              <a:gd name="connsiteY5" fmla="*/ 44 h 10000"/>
              <a:gd name="connsiteX6" fmla="*/ 0 w 9990"/>
              <a:gd name="connsiteY6" fmla="*/ 8865 h 10000"/>
              <a:gd name="connsiteX7" fmla="*/ 46 w 9990"/>
              <a:gd name="connsiteY7" fmla="*/ 8865 h 10000"/>
              <a:gd name="connsiteX8" fmla="*/ 91 w 9990"/>
              <a:gd name="connsiteY8" fmla="*/ 8894 h 10000"/>
              <a:gd name="connsiteX9" fmla="*/ 1041 w 9990"/>
              <a:gd name="connsiteY9" fmla="*/ 9437 h 10000"/>
              <a:gd name="connsiteX10" fmla="*/ 2802 w 9990"/>
              <a:gd name="connsiteY10" fmla="*/ 9961 h 10000"/>
              <a:gd name="connsiteX11" fmla="*/ 3985 w 9990"/>
              <a:gd name="connsiteY11" fmla="*/ 9878 h 10000"/>
              <a:gd name="connsiteX12" fmla="*/ 5397 w 9990"/>
              <a:gd name="connsiteY12" fmla="*/ 9090 h 10000"/>
              <a:gd name="connsiteX13" fmla="*/ 5409 w 9990"/>
              <a:gd name="connsiteY13" fmla="*/ 9036 h 10000"/>
              <a:gd name="connsiteX14" fmla="*/ 5363 w 9990"/>
              <a:gd name="connsiteY14" fmla="*/ 8552 h 10000"/>
              <a:gd name="connsiteX15" fmla="*/ 5672 w 9990"/>
              <a:gd name="connsiteY15" fmla="*/ 7681 h 10000"/>
              <a:gd name="connsiteX16" fmla="*/ 6467 w 9990"/>
              <a:gd name="connsiteY16" fmla="*/ 6463 h 10000"/>
              <a:gd name="connsiteX17" fmla="*/ 8067 w 9990"/>
              <a:gd name="connsiteY17" fmla="*/ 4364 h 10000"/>
              <a:gd name="connsiteX18" fmla="*/ 9251 w 9990"/>
              <a:gd name="connsiteY18" fmla="*/ 2578 h 10000"/>
              <a:gd name="connsiteX19" fmla="*/ 9851 w 9990"/>
              <a:gd name="connsiteY19" fmla="*/ 1150 h 10000"/>
              <a:gd name="connsiteX20" fmla="*/ 9943 w 9990"/>
              <a:gd name="connsiteY20" fmla="*/ 714 h 10000"/>
              <a:gd name="connsiteX21" fmla="*/ 9960 w 9990"/>
              <a:gd name="connsiteY21" fmla="*/ 563 h 10000"/>
              <a:gd name="connsiteX22" fmla="*/ 9971 w 9990"/>
              <a:gd name="connsiteY22" fmla="*/ 41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990" h="10000">
                <a:moveTo>
                  <a:pt x="9971" y="411"/>
                </a:moveTo>
                <a:cubicBezTo>
                  <a:pt x="9974" y="377"/>
                  <a:pt x="9974" y="411"/>
                  <a:pt x="9977" y="357"/>
                </a:cubicBezTo>
                <a:cubicBezTo>
                  <a:pt x="9979" y="309"/>
                  <a:pt x="9990" y="137"/>
                  <a:pt x="9989" y="88"/>
                </a:cubicBezTo>
                <a:cubicBezTo>
                  <a:pt x="9988" y="32"/>
                  <a:pt x="9977" y="15"/>
                  <a:pt x="9977" y="0"/>
                </a:cubicBezTo>
                <a:lnTo>
                  <a:pt x="51" y="0"/>
                </a:lnTo>
                <a:cubicBezTo>
                  <a:pt x="6" y="0"/>
                  <a:pt x="0" y="5"/>
                  <a:pt x="0" y="44"/>
                </a:cubicBezTo>
                <a:lnTo>
                  <a:pt x="0" y="8865"/>
                </a:lnTo>
                <a:lnTo>
                  <a:pt x="46" y="8865"/>
                </a:lnTo>
                <a:cubicBezTo>
                  <a:pt x="57" y="8875"/>
                  <a:pt x="74" y="8885"/>
                  <a:pt x="91" y="8894"/>
                </a:cubicBezTo>
                <a:cubicBezTo>
                  <a:pt x="395" y="9090"/>
                  <a:pt x="709" y="9276"/>
                  <a:pt x="1041" y="9437"/>
                </a:cubicBezTo>
                <a:cubicBezTo>
                  <a:pt x="1589" y="9702"/>
                  <a:pt x="2167" y="9902"/>
                  <a:pt x="2802" y="9961"/>
                </a:cubicBezTo>
                <a:cubicBezTo>
                  <a:pt x="3202" y="10000"/>
                  <a:pt x="3596" y="9976"/>
                  <a:pt x="3985" y="9878"/>
                </a:cubicBezTo>
                <a:cubicBezTo>
                  <a:pt x="4545" y="9731"/>
                  <a:pt x="4997" y="9447"/>
                  <a:pt x="5397" y="9090"/>
                </a:cubicBezTo>
                <a:cubicBezTo>
                  <a:pt x="5420" y="9075"/>
                  <a:pt x="5420" y="9061"/>
                  <a:pt x="5409" y="9036"/>
                </a:cubicBezTo>
                <a:cubicBezTo>
                  <a:pt x="5352" y="8880"/>
                  <a:pt x="5346" y="8713"/>
                  <a:pt x="5363" y="8552"/>
                </a:cubicBezTo>
                <a:cubicBezTo>
                  <a:pt x="5403" y="8244"/>
                  <a:pt x="5529" y="7960"/>
                  <a:pt x="5672" y="7681"/>
                </a:cubicBezTo>
                <a:cubicBezTo>
                  <a:pt x="5901" y="7255"/>
                  <a:pt x="6181" y="6859"/>
                  <a:pt x="6467" y="6463"/>
                </a:cubicBezTo>
                <a:cubicBezTo>
                  <a:pt x="6987" y="5758"/>
                  <a:pt x="7547" y="5068"/>
                  <a:pt x="8067" y="4364"/>
                </a:cubicBezTo>
                <a:cubicBezTo>
                  <a:pt x="8496" y="3787"/>
                  <a:pt x="8908" y="3200"/>
                  <a:pt x="9251" y="2578"/>
                </a:cubicBezTo>
                <a:cubicBezTo>
                  <a:pt x="9503" y="2118"/>
                  <a:pt x="9714" y="1649"/>
                  <a:pt x="9851" y="1150"/>
                </a:cubicBezTo>
                <a:cubicBezTo>
                  <a:pt x="9891" y="1008"/>
                  <a:pt x="9914" y="861"/>
                  <a:pt x="9943" y="714"/>
                </a:cubicBezTo>
                <a:cubicBezTo>
                  <a:pt x="9961" y="616"/>
                  <a:pt x="9955" y="613"/>
                  <a:pt x="9960" y="563"/>
                </a:cubicBezTo>
                <a:cubicBezTo>
                  <a:pt x="9966" y="514"/>
                  <a:pt x="9971" y="465"/>
                  <a:pt x="9971" y="411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49" y="824315"/>
            <a:ext cx="3763883" cy="18300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8BC8B91-D2A3-4F52-B4E2-1C3C1B6919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7349" y="2640369"/>
            <a:ext cx="3763883" cy="2388831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903698A5-92B9-4CBB-8D49-254FE21D323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936000" y="0"/>
            <a:ext cx="8256000" cy="6472224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6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81033951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5" imgW="270" imgH="270" progId="TCLayout.ActiveDocument.1">
                  <p:embed/>
                </p:oleObj>
              </mc:Choice>
              <mc:Fallback>
                <p:oleObj name="Diapositive think-cell" r:id="rId5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70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539750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900113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1260475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16208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4">
            <a:extLst>
              <a:ext uri="{FF2B5EF4-FFF2-40B4-BE49-F238E27FC236}">
                <a16:creationId xmlns:a16="http://schemas.microsoft.com/office/drawing/2014/main" id="{CC1D2817-2FEE-4FBB-89FF-A2249A9B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1" y="730622"/>
            <a:ext cx="5121784" cy="449723"/>
          </a:xfrm>
        </p:spPr>
        <p:txBody>
          <a:bodyPr anchor="t">
            <a:noAutofit/>
          </a:bodyPr>
          <a:lstStyle/>
          <a:p>
            <a:r>
              <a:rPr lang="en-US" sz="16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Senior Supply Chain Project Consultant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3EB567B-22BA-4CA0-BF67-A60AE108305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2961" y="1052968"/>
            <a:ext cx="4477771" cy="984145"/>
          </a:xfrm>
        </p:spPr>
        <p:txBody>
          <a:bodyPr anchor="t"/>
          <a:lstStyle/>
          <a:p>
            <a:pPr defTabSz="1009650">
              <a:buClr>
                <a:srgbClr val="AC2B37"/>
              </a:buClr>
              <a:tabLst>
                <a:tab pos="5832475" algn="l"/>
              </a:tabLst>
              <a:defRPr/>
            </a:pPr>
            <a:r>
              <a:rPr lang="en-US" sz="1200" i="1" dirty="0"/>
              <a:t>MAWM, Integration expert , Industrialization expert (Data migration, Automation, Ad-hoc tools development ) </a:t>
            </a:r>
          </a:p>
          <a:p>
            <a:pPr defTabSz="1009650">
              <a:buClr>
                <a:srgbClr val="AC2B37"/>
              </a:buClr>
              <a:tabLst>
                <a:tab pos="5832475" algn="l"/>
              </a:tabLst>
              <a:defRPr/>
            </a:pPr>
            <a:endParaRPr lang="en-US" sz="1200" i="1" dirty="0"/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EB60408D-959D-474A-9504-0F79A702BFFF}"/>
              </a:ext>
            </a:extLst>
          </p:cNvPr>
          <p:cNvSpPr txBox="1">
            <a:spLocks/>
          </p:cNvSpPr>
          <p:nvPr/>
        </p:nvSpPr>
        <p:spPr>
          <a:xfrm>
            <a:off x="218295" y="153197"/>
            <a:ext cx="464131" cy="329907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Autofit/>
          </a:bodyPr>
          <a:lstStyle>
            <a:lvl1pPr algn="l" rtl="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rgbClr val="12ABDB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JMU</a:t>
            </a:r>
          </a:p>
        </p:txBody>
      </p:sp>
      <p:sp>
        <p:nvSpPr>
          <p:cNvPr id="31" name="Rectangle 183">
            <a:extLst>
              <a:ext uri="{FF2B5EF4-FFF2-40B4-BE49-F238E27FC236}">
                <a16:creationId xmlns:a16="http://schemas.microsoft.com/office/drawing/2014/main" id="{16CF2B3A-45BE-4DC5-A786-784F06C2011E}"/>
              </a:ext>
            </a:extLst>
          </p:cNvPr>
          <p:cNvSpPr/>
          <p:nvPr/>
        </p:nvSpPr>
        <p:spPr bwMode="auto">
          <a:xfrm>
            <a:off x="5180471" y="5492033"/>
            <a:ext cx="2526176" cy="12657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/>
          <a:lstStyle/>
          <a:p>
            <a:pPr marL="0" marR="0" lvl="2" indent="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>
                <a:tab pos="742950" algn="l"/>
              </a:tabLst>
              <a:defRPr/>
            </a:pPr>
            <a:r>
              <a:rPr kumimoji="0" 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Technical skills: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MAWM, WMOS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API MAWM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Python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SCI,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SQL,PL/SQL, Bash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endParaRPr kumimoji="0" lang="en-US" sz="10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endParaRPr kumimoji="0" lang="en-US" sz="10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" name="Rectangle 183">
            <a:extLst>
              <a:ext uri="{FF2B5EF4-FFF2-40B4-BE49-F238E27FC236}">
                <a16:creationId xmlns:a16="http://schemas.microsoft.com/office/drawing/2014/main" id="{D6AAC896-C232-42CF-B144-C3CE8CAD61F7}"/>
              </a:ext>
            </a:extLst>
          </p:cNvPr>
          <p:cNvSpPr/>
          <p:nvPr/>
        </p:nvSpPr>
        <p:spPr bwMode="auto">
          <a:xfrm>
            <a:off x="7069016" y="5509689"/>
            <a:ext cx="2825205" cy="12657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/>
          <a:lstStyle/>
          <a:p>
            <a:pPr marL="0" marR="0" lvl="2" indent="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>
                <a:tab pos="742950" algn="l"/>
              </a:tabLst>
              <a:defRPr/>
            </a:pPr>
            <a:r>
              <a:rPr kumimoji="0" 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Functional/Business Skills</a:t>
            </a:r>
          </a:p>
          <a:p>
            <a:pPr marL="171450" marR="0" lvl="2" indent="-17145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Arial" panose="020B0604020202020204" pitchFamily="34" charset="0"/>
              <a:buChar char="•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Integration Design Supply Ecosystem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Writing Technical-Functional Specifications</a:t>
            </a:r>
          </a:p>
          <a:p>
            <a:pPr marL="179388" marR="0" lvl="2" indent="-179388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Wingdings" panose="05000000000000000000" pitchFamily="2" charset="2"/>
              <a:buChar char="§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Workshop Facilitation</a:t>
            </a:r>
          </a:p>
        </p:txBody>
      </p:sp>
      <p:sp>
        <p:nvSpPr>
          <p:cNvPr id="47" name="Rectangle 183">
            <a:extLst>
              <a:ext uri="{FF2B5EF4-FFF2-40B4-BE49-F238E27FC236}">
                <a16:creationId xmlns:a16="http://schemas.microsoft.com/office/drawing/2014/main" id="{CF174299-7B65-45F0-BEE2-949982305B70}"/>
              </a:ext>
            </a:extLst>
          </p:cNvPr>
          <p:cNvSpPr/>
          <p:nvPr/>
        </p:nvSpPr>
        <p:spPr bwMode="auto">
          <a:xfrm>
            <a:off x="9894221" y="5513005"/>
            <a:ext cx="1808318" cy="91369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/>
          <a:lstStyle/>
          <a:p>
            <a:pPr marL="0" marR="0" lvl="2" indent="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>
                <a:tab pos="742950" algn="l"/>
              </a:tabLst>
              <a:defRPr/>
            </a:pPr>
            <a:r>
              <a:rPr kumimoji="0" 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Languages:</a:t>
            </a:r>
          </a:p>
          <a:p>
            <a:pPr marL="171450" marR="0" lvl="2" indent="-17145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Arial" panose="020B0604020202020204" pitchFamily="34" charset="0"/>
              <a:buChar char="•"/>
              <a:tabLst>
                <a:tab pos="742950" algn="l"/>
              </a:tabLst>
              <a:defRPr/>
            </a:pPr>
            <a:r>
              <a:rPr lang="en-US" sz="100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English: Fluent</a:t>
            </a:r>
          </a:p>
          <a:p>
            <a:pPr marL="171450" marR="0" lvl="2" indent="-17145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Arial" panose="020B0604020202020204" pitchFamily="34" charset="0"/>
              <a:buChar char="•"/>
              <a:tabLst>
                <a:tab pos="742950" algn="l"/>
              </a:tabLst>
              <a:defRPr/>
            </a:pPr>
            <a:r>
              <a:rPr lang="en-US" sz="100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Italian: Beginner</a:t>
            </a:r>
          </a:p>
          <a:p>
            <a:pPr marL="171450" marR="0" lvl="2" indent="-171450" algn="l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 typeface="Arial" panose="020B0604020202020204" pitchFamily="34" charset="0"/>
              <a:buChar char="•"/>
              <a:tabLst>
                <a:tab pos="742950" algn="l"/>
              </a:tabLst>
              <a:defRPr/>
            </a:pPr>
            <a:r>
              <a:rPr lang="en-US" sz="100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French: Native</a:t>
            </a:r>
          </a:p>
        </p:txBody>
      </p:sp>
      <p:sp>
        <p:nvSpPr>
          <p:cNvPr id="65" name="Rectangle 183">
            <a:extLst>
              <a:ext uri="{FF2B5EF4-FFF2-40B4-BE49-F238E27FC236}">
                <a16:creationId xmlns:a16="http://schemas.microsoft.com/office/drawing/2014/main" id="{BAB4EEEB-9FB0-41EF-9EE0-3E56FC7F4B29}"/>
              </a:ext>
            </a:extLst>
          </p:cNvPr>
          <p:cNvSpPr/>
          <p:nvPr/>
        </p:nvSpPr>
        <p:spPr bwMode="auto">
          <a:xfrm>
            <a:off x="322477" y="2558180"/>
            <a:ext cx="3499510" cy="197441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/>
          <a:lstStyle/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Team management</a:t>
            </a: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Supply chain process design </a:t>
            </a: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lang="en-US" sz="1000" dirty="0">
                <a:solidFill>
                  <a:srgbClr val="FFFFFF"/>
                </a:solidFill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WCS integration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Industrialization expertise</a:t>
            </a: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Business process </a:t>
            </a:r>
            <a:r>
              <a:rPr kumimoji="0" lang="en-US" sz="1000" b="0" i="0" u="none" strike="noStrike" kern="1200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modelization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Workshop facilitation with business stakeholders</a:t>
            </a: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Technical-functional expertise in WMOS/MAWM</a:t>
            </a: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Calibri" panose="020F0502020204030204" pitchFamily="34" charset="0"/>
              </a:rPr>
              <a:t>Design, Configurations, Test Campaigns</a:t>
            </a:r>
            <a:endParaRPr lang="en-US" sz="1000" dirty="0">
              <a:solidFill>
                <a:srgbClr val="FFFFFF"/>
              </a:solidFill>
              <a:latin typeface="Verdana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179388" marR="0" lvl="2" indent="-179388" algn="l" defTabSz="957756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742950" algn="l"/>
              </a:tabLst>
              <a:defRPr/>
            </a:pPr>
            <a:endParaRPr kumimoji="0" lang="en-US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71BE013A-1E2D-40B8-8646-163043DFCA00}"/>
              </a:ext>
            </a:extLst>
          </p:cNvPr>
          <p:cNvGrpSpPr/>
          <p:nvPr/>
        </p:nvGrpSpPr>
        <p:grpSpPr>
          <a:xfrm>
            <a:off x="250441" y="2117516"/>
            <a:ext cx="3314638" cy="422745"/>
            <a:chOff x="178280" y="2392026"/>
            <a:chExt cx="3314638" cy="422745"/>
          </a:xfrm>
        </p:grpSpPr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6DDF7C18-192A-4BC9-978F-7B2C919E391A}"/>
                </a:ext>
              </a:extLst>
            </p:cNvPr>
            <p:cNvSpPr/>
            <p:nvPr/>
          </p:nvSpPr>
          <p:spPr bwMode="auto">
            <a:xfrm flipH="1">
              <a:off x="778246" y="2443479"/>
              <a:ext cx="2714672" cy="2573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1" indent="0" algn="l" defTabSz="957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Key skills</a:t>
              </a:r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F6091164-461A-4A84-A45C-32B37354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90" y="2492746"/>
              <a:ext cx="257345" cy="321435"/>
            </a:xfrm>
            <a:custGeom>
              <a:avLst/>
              <a:gdLst>
                <a:gd name="T0" fmla="*/ 2147483647 w 532"/>
                <a:gd name="T1" fmla="*/ 0 h 1022"/>
                <a:gd name="T2" fmla="*/ 0 w 532"/>
                <a:gd name="T3" fmla="*/ 2147483647 h 1022"/>
                <a:gd name="T4" fmla="*/ 0 w 532"/>
                <a:gd name="T5" fmla="*/ 2147483647 h 10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2" h="1022">
                  <a:moveTo>
                    <a:pt x="532" y="0"/>
                  </a:moveTo>
                  <a:cubicBezTo>
                    <a:pt x="532" y="294"/>
                    <a:pt x="294" y="532"/>
                    <a:pt x="0" y="532"/>
                  </a:cubicBezTo>
                  <a:cubicBezTo>
                    <a:pt x="0" y="1022"/>
                    <a:pt x="0" y="1022"/>
                    <a:pt x="0" y="1022"/>
                  </a:cubicBezTo>
                </a:path>
              </a:pathLst>
            </a:custGeom>
            <a:noFill/>
            <a:ln w="12700" cap="rnd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1" name="Straight Connector 195">
              <a:extLst>
                <a:ext uri="{FF2B5EF4-FFF2-40B4-BE49-F238E27FC236}">
                  <a16:creationId xmlns:a16="http://schemas.microsoft.com/office/drawing/2014/main" id="{F3610C0F-8FA4-4489-9A22-C719CEFD0A5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0581" y="2814770"/>
              <a:ext cx="3161704" cy="1"/>
            </a:xfrm>
            <a:prstGeom prst="line">
              <a:avLst/>
            </a:prstGeom>
            <a:ln w="12700">
              <a:solidFill>
                <a:schemeClr val="accent2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Line 346">
              <a:extLst>
                <a:ext uri="{FF2B5EF4-FFF2-40B4-BE49-F238E27FC236}">
                  <a16:creationId xmlns:a16="http://schemas.microsoft.com/office/drawing/2014/main" id="{6DC51D4E-8A37-41C6-9CEE-A9E3881A7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280" y="2392026"/>
              <a:ext cx="53286" cy="25751"/>
            </a:xfrm>
            <a:prstGeom prst="line">
              <a:avLst/>
            </a:prstGeom>
            <a:noFill/>
            <a:ln w="12700" cap="rnd">
              <a:solidFill>
                <a:schemeClr val="accent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0" name="Rectangle 183">
            <a:extLst>
              <a:ext uri="{FF2B5EF4-FFF2-40B4-BE49-F238E27FC236}">
                <a16:creationId xmlns:a16="http://schemas.microsoft.com/office/drawing/2014/main" id="{2EDF0E4D-330F-4EFE-9764-617C2336E03C}"/>
              </a:ext>
            </a:extLst>
          </p:cNvPr>
          <p:cNvSpPr/>
          <p:nvPr/>
        </p:nvSpPr>
        <p:spPr bwMode="auto">
          <a:xfrm>
            <a:off x="352961" y="5268758"/>
            <a:ext cx="2526177" cy="86538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/>
          <a:lstStyle/>
          <a:p>
            <a:pPr marL="179388" marR="0" lvl="2" indent="-179388" algn="l" defTabSz="95775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ü"/>
              <a:tabLst>
                <a:tab pos="269875" algn="l"/>
                <a:tab pos="742950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Graduated from the engineering school HEI (Lille, France)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9CF6A7D7-F17D-48C6-8502-480C27475D55}"/>
              </a:ext>
            </a:extLst>
          </p:cNvPr>
          <p:cNvGrpSpPr/>
          <p:nvPr/>
        </p:nvGrpSpPr>
        <p:grpSpPr>
          <a:xfrm>
            <a:off x="440585" y="4760511"/>
            <a:ext cx="2464833" cy="384201"/>
            <a:chOff x="504465" y="4112871"/>
            <a:chExt cx="2464833" cy="384201"/>
          </a:xfrm>
        </p:grpSpPr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502E5E13-4472-425B-AC1A-85C09BCECFAA}"/>
                </a:ext>
              </a:extLst>
            </p:cNvPr>
            <p:cNvSpPr/>
            <p:nvPr/>
          </p:nvSpPr>
          <p:spPr bwMode="auto">
            <a:xfrm flipH="1">
              <a:off x="940672" y="4112871"/>
              <a:ext cx="2012856" cy="2635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1" indent="0" algn="l" defTabSz="957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Diploma</a:t>
              </a:r>
            </a:p>
          </p:txBody>
        </p:sp>
        <p:cxnSp>
          <p:nvCxnSpPr>
            <p:cNvPr id="83" name="Straight Connector 195">
              <a:extLst>
                <a:ext uri="{FF2B5EF4-FFF2-40B4-BE49-F238E27FC236}">
                  <a16:creationId xmlns:a16="http://schemas.microsoft.com/office/drawing/2014/main" id="{B82D66AB-13A7-48AC-BB65-EB215E12924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04465" y="4497071"/>
              <a:ext cx="2464833" cy="1"/>
            </a:xfrm>
            <a:prstGeom prst="line">
              <a:avLst/>
            </a:prstGeom>
            <a:ln w="12700">
              <a:solidFill>
                <a:schemeClr val="accent2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id="{077D5598-BDD0-4760-8254-17B3A4677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41" y="4175046"/>
              <a:ext cx="257345" cy="321435"/>
            </a:xfrm>
            <a:custGeom>
              <a:avLst/>
              <a:gdLst>
                <a:gd name="T0" fmla="*/ 2147483647 w 532"/>
                <a:gd name="T1" fmla="*/ 0 h 1022"/>
                <a:gd name="T2" fmla="*/ 0 w 532"/>
                <a:gd name="T3" fmla="*/ 2147483647 h 1022"/>
                <a:gd name="T4" fmla="*/ 0 w 532"/>
                <a:gd name="T5" fmla="*/ 2147483647 h 10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2" h="1022">
                  <a:moveTo>
                    <a:pt x="532" y="0"/>
                  </a:moveTo>
                  <a:cubicBezTo>
                    <a:pt x="532" y="294"/>
                    <a:pt x="294" y="532"/>
                    <a:pt x="0" y="532"/>
                  </a:cubicBezTo>
                  <a:cubicBezTo>
                    <a:pt x="0" y="1022"/>
                    <a:pt x="0" y="1022"/>
                    <a:pt x="0" y="1022"/>
                  </a:cubicBezTo>
                </a:path>
              </a:pathLst>
            </a:custGeom>
            <a:noFill/>
            <a:ln w="12700" cap="rnd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6" name="Groupe 145">
            <a:extLst>
              <a:ext uri="{FF2B5EF4-FFF2-40B4-BE49-F238E27FC236}">
                <a16:creationId xmlns:a16="http://schemas.microsoft.com/office/drawing/2014/main" id="{213F83DA-344C-4663-B106-D264DCDA6CAD}"/>
              </a:ext>
            </a:extLst>
          </p:cNvPr>
          <p:cNvGrpSpPr/>
          <p:nvPr/>
        </p:nvGrpSpPr>
        <p:grpSpPr>
          <a:xfrm>
            <a:off x="4580549" y="4854205"/>
            <a:ext cx="507658" cy="507656"/>
            <a:chOff x="8046196" y="7052945"/>
            <a:chExt cx="507658" cy="507656"/>
          </a:xfrm>
        </p:grpSpPr>
        <p:sp>
          <p:nvSpPr>
            <p:cNvPr id="147" name="Rounded Rectangle 149">
              <a:extLst>
                <a:ext uri="{FF2B5EF4-FFF2-40B4-BE49-F238E27FC236}">
                  <a16:creationId xmlns:a16="http://schemas.microsoft.com/office/drawing/2014/main" id="{7EDB9A12-C15F-4DA7-8601-83EC6E181337}"/>
                </a:ext>
              </a:extLst>
            </p:cNvPr>
            <p:cNvSpPr/>
            <p:nvPr/>
          </p:nvSpPr>
          <p:spPr>
            <a:xfrm>
              <a:off x="8046196" y="7052945"/>
              <a:ext cx="507658" cy="507656"/>
            </a:xfrm>
            <a:prstGeom prst="roundRect">
              <a:avLst>
                <a:gd name="adj" fmla="val 82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8" name="Groupe 147">
              <a:extLst>
                <a:ext uri="{FF2B5EF4-FFF2-40B4-BE49-F238E27FC236}">
                  <a16:creationId xmlns:a16="http://schemas.microsoft.com/office/drawing/2014/main" id="{99D78991-203A-49FC-8A5E-A505E2094AFE}"/>
                </a:ext>
              </a:extLst>
            </p:cNvPr>
            <p:cNvGrpSpPr/>
            <p:nvPr/>
          </p:nvGrpSpPr>
          <p:grpSpPr>
            <a:xfrm>
              <a:off x="8156954" y="7275291"/>
              <a:ext cx="301367" cy="133660"/>
              <a:chOff x="11215478" y="8296342"/>
              <a:chExt cx="301367" cy="133660"/>
            </a:xfrm>
          </p:grpSpPr>
          <p:sp>
            <p:nvSpPr>
              <p:cNvPr id="150" name="Freeform 231">
                <a:extLst>
                  <a:ext uri="{FF2B5EF4-FFF2-40B4-BE49-F238E27FC236}">
                    <a16:creationId xmlns:a16="http://schemas.microsoft.com/office/drawing/2014/main" id="{831B00F8-262A-459C-9801-6974E699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38666" y="8296342"/>
                <a:ext cx="78179" cy="56743"/>
              </a:xfrm>
              <a:custGeom>
                <a:avLst/>
                <a:gdLst>
                  <a:gd name="T0" fmla="*/ 0 w 62"/>
                  <a:gd name="T1" fmla="*/ 0 h 45"/>
                  <a:gd name="T2" fmla="*/ 0 w 62"/>
                  <a:gd name="T3" fmla="*/ 45 h 45"/>
                  <a:gd name="T4" fmla="*/ 62 w 62"/>
                  <a:gd name="T5" fmla="*/ 45 h 45"/>
                  <a:gd name="T6" fmla="*/ 62 w 62"/>
                  <a:gd name="T7" fmla="*/ 0 h 45"/>
                  <a:gd name="T8" fmla="*/ 0 w 62"/>
                  <a:gd name="T9" fmla="*/ 0 h 45"/>
                  <a:gd name="T10" fmla="*/ 0 w 62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45">
                    <a:moveTo>
                      <a:pt x="0" y="0"/>
                    </a:moveTo>
                    <a:lnTo>
                      <a:pt x="0" y="45"/>
                    </a:lnTo>
                    <a:lnTo>
                      <a:pt x="62" y="45"/>
                    </a:lnTo>
                    <a:lnTo>
                      <a:pt x="6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232">
                <a:extLst>
                  <a:ext uri="{FF2B5EF4-FFF2-40B4-BE49-F238E27FC236}">
                    <a16:creationId xmlns:a16="http://schemas.microsoft.com/office/drawing/2014/main" id="{A5C639E5-C092-4394-A50B-29B8D1B7C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38666" y="8373259"/>
                <a:ext cx="78179" cy="56743"/>
              </a:xfrm>
              <a:custGeom>
                <a:avLst/>
                <a:gdLst>
                  <a:gd name="T0" fmla="*/ 0 w 62"/>
                  <a:gd name="T1" fmla="*/ 0 h 45"/>
                  <a:gd name="T2" fmla="*/ 0 w 62"/>
                  <a:gd name="T3" fmla="*/ 45 h 45"/>
                  <a:gd name="T4" fmla="*/ 62 w 62"/>
                  <a:gd name="T5" fmla="*/ 45 h 45"/>
                  <a:gd name="T6" fmla="*/ 62 w 62"/>
                  <a:gd name="T7" fmla="*/ 0 h 45"/>
                  <a:gd name="T8" fmla="*/ 0 w 62"/>
                  <a:gd name="T9" fmla="*/ 0 h 45"/>
                  <a:gd name="T10" fmla="*/ 0 w 62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45">
                    <a:moveTo>
                      <a:pt x="0" y="0"/>
                    </a:moveTo>
                    <a:lnTo>
                      <a:pt x="0" y="45"/>
                    </a:lnTo>
                    <a:lnTo>
                      <a:pt x="62" y="45"/>
                    </a:lnTo>
                    <a:lnTo>
                      <a:pt x="6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235">
                <a:extLst>
                  <a:ext uri="{FF2B5EF4-FFF2-40B4-BE49-F238E27FC236}">
                    <a16:creationId xmlns:a16="http://schemas.microsoft.com/office/drawing/2014/main" id="{68B4585D-7D3D-4FA2-95D3-0A0B90A75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15478" y="8296342"/>
                <a:ext cx="74395" cy="56743"/>
              </a:xfrm>
              <a:custGeom>
                <a:avLst/>
                <a:gdLst>
                  <a:gd name="T0" fmla="*/ 0 w 59"/>
                  <a:gd name="T1" fmla="*/ 0 h 45"/>
                  <a:gd name="T2" fmla="*/ 0 w 59"/>
                  <a:gd name="T3" fmla="*/ 45 h 45"/>
                  <a:gd name="T4" fmla="*/ 59 w 59"/>
                  <a:gd name="T5" fmla="*/ 45 h 45"/>
                  <a:gd name="T6" fmla="*/ 59 w 59"/>
                  <a:gd name="T7" fmla="*/ 0 h 45"/>
                  <a:gd name="T8" fmla="*/ 0 w 59"/>
                  <a:gd name="T9" fmla="*/ 0 h 45"/>
                  <a:gd name="T10" fmla="*/ 0 w 59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9" h="45">
                    <a:moveTo>
                      <a:pt x="0" y="0"/>
                    </a:moveTo>
                    <a:lnTo>
                      <a:pt x="0" y="45"/>
                    </a:lnTo>
                    <a:lnTo>
                      <a:pt x="59" y="45"/>
                    </a:lnTo>
                    <a:lnTo>
                      <a:pt x="59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Rectangle 236">
                <a:extLst>
                  <a:ext uri="{FF2B5EF4-FFF2-40B4-BE49-F238E27FC236}">
                    <a16:creationId xmlns:a16="http://schemas.microsoft.com/office/drawing/2014/main" id="{7BC57B82-F2ED-472E-BA0F-0C5C6C775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15478" y="8373259"/>
                <a:ext cx="74395" cy="567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AF7DF730-536E-4725-84CE-B508AA16CF61}"/>
              </a:ext>
            </a:extLst>
          </p:cNvPr>
          <p:cNvGrpSpPr>
            <a:grpSpLocks noChangeAspect="1"/>
          </p:cNvGrpSpPr>
          <p:nvPr/>
        </p:nvGrpSpPr>
        <p:grpSpPr>
          <a:xfrm>
            <a:off x="140089" y="1863124"/>
            <a:ext cx="519115" cy="483937"/>
            <a:chOff x="8906225" y="3476714"/>
            <a:chExt cx="866775" cy="808038"/>
          </a:xfrm>
        </p:grpSpPr>
        <p:sp>
          <p:nvSpPr>
            <p:cNvPr id="190" name="Freeform 75">
              <a:extLst>
                <a:ext uri="{FF2B5EF4-FFF2-40B4-BE49-F238E27FC236}">
                  <a16:creationId xmlns:a16="http://schemas.microsoft.com/office/drawing/2014/main" id="{728CD6C6-EF45-4E3F-8567-42F83C01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6225" y="3476714"/>
              <a:ext cx="866775" cy="808038"/>
            </a:xfrm>
            <a:custGeom>
              <a:avLst/>
              <a:gdLst>
                <a:gd name="T0" fmla="*/ 33 w 231"/>
                <a:gd name="T1" fmla="*/ 168 h 215"/>
                <a:gd name="T2" fmla="*/ 55 w 231"/>
                <a:gd name="T3" fmla="*/ 32 h 215"/>
                <a:gd name="T4" fmla="*/ 197 w 231"/>
                <a:gd name="T5" fmla="*/ 52 h 215"/>
                <a:gd name="T6" fmla="*/ 172 w 231"/>
                <a:gd name="T7" fmla="*/ 183 h 215"/>
                <a:gd name="T8" fmla="*/ 33 w 231"/>
                <a:gd name="T9" fmla="*/ 16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215">
                  <a:moveTo>
                    <a:pt x="33" y="168"/>
                  </a:moveTo>
                  <a:cubicBezTo>
                    <a:pt x="0" y="125"/>
                    <a:pt x="10" y="64"/>
                    <a:pt x="55" y="32"/>
                  </a:cubicBezTo>
                  <a:cubicBezTo>
                    <a:pt x="101" y="0"/>
                    <a:pt x="164" y="9"/>
                    <a:pt x="197" y="52"/>
                  </a:cubicBezTo>
                  <a:cubicBezTo>
                    <a:pt x="231" y="95"/>
                    <a:pt x="217" y="151"/>
                    <a:pt x="172" y="183"/>
                  </a:cubicBezTo>
                  <a:cubicBezTo>
                    <a:pt x="126" y="215"/>
                    <a:pt x="66" y="212"/>
                    <a:pt x="33" y="168"/>
                  </a:cubicBezTo>
                </a:path>
              </a:pathLst>
            </a:custGeom>
            <a:solidFill>
              <a:srgbClr val="12A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6214ED72-AFAF-450C-A827-88677EBBC19B}"/>
                </a:ext>
              </a:extLst>
            </p:cNvPr>
            <p:cNvGrpSpPr/>
            <p:nvPr/>
          </p:nvGrpSpPr>
          <p:grpSpPr>
            <a:xfrm>
              <a:off x="9153875" y="3671977"/>
              <a:ext cx="363537" cy="428625"/>
              <a:chOff x="9153875" y="3671977"/>
              <a:chExt cx="363537" cy="428625"/>
            </a:xfrm>
          </p:grpSpPr>
          <p:sp>
            <p:nvSpPr>
              <p:cNvPr id="192" name="Freeform 76">
                <a:extLst>
                  <a:ext uri="{FF2B5EF4-FFF2-40B4-BE49-F238E27FC236}">
                    <a16:creationId xmlns:a16="http://schemas.microsoft.com/office/drawing/2014/main" id="{3623713B-8E10-46CE-922D-68556E285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0087" y="3671977"/>
                <a:ext cx="19050" cy="85725"/>
              </a:xfrm>
              <a:custGeom>
                <a:avLst/>
                <a:gdLst>
                  <a:gd name="T0" fmla="*/ 3 w 5"/>
                  <a:gd name="T1" fmla="*/ 23 h 23"/>
                  <a:gd name="T2" fmla="*/ 5 w 5"/>
                  <a:gd name="T3" fmla="*/ 21 h 23"/>
                  <a:gd name="T4" fmla="*/ 5 w 5"/>
                  <a:gd name="T5" fmla="*/ 2 h 23"/>
                  <a:gd name="T6" fmla="*/ 3 w 5"/>
                  <a:gd name="T7" fmla="*/ 0 h 23"/>
                  <a:gd name="T8" fmla="*/ 0 w 5"/>
                  <a:gd name="T9" fmla="*/ 2 h 23"/>
                  <a:gd name="T10" fmla="*/ 0 w 5"/>
                  <a:gd name="T11" fmla="*/ 21 h 23"/>
                  <a:gd name="T12" fmla="*/ 3 w 5"/>
                  <a:gd name="T13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3">
                    <a:moveTo>
                      <a:pt x="3" y="23"/>
                    </a:moveTo>
                    <a:cubicBezTo>
                      <a:pt x="4" y="23"/>
                      <a:pt x="5" y="22"/>
                      <a:pt x="5" y="2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1" y="23"/>
                      <a:pt x="3" y="23"/>
                    </a:cubicBezTo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93" name="Freeform 77">
                <a:extLst>
                  <a:ext uri="{FF2B5EF4-FFF2-40B4-BE49-F238E27FC236}">
                    <a16:creationId xmlns:a16="http://schemas.microsoft.com/office/drawing/2014/main" id="{9FCF2FD7-B042-4C9C-93EF-1B40C662F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7050" y="3765639"/>
                <a:ext cx="79375" cy="55563"/>
              </a:xfrm>
              <a:custGeom>
                <a:avLst/>
                <a:gdLst>
                  <a:gd name="T0" fmla="*/ 20 w 21"/>
                  <a:gd name="T1" fmla="*/ 10 h 15"/>
                  <a:gd name="T2" fmla="*/ 4 w 21"/>
                  <a:gd name="T3" fmla="*/ 1 h 15"/>
                  <a:gd name="T4" fmla="*/ 4 w 21"/>
                  <a:gd name="T5" fmla="*/ 1 h 15"/>
                  <a:gd name="T6" fmla="*/ 2 w 21"/>
                  <a:gd name="T7" fmla="*/ 1 h 15"/>
                  <a:gd name="T8" fmla="*/ 0 w 21"/>
                  <a:gd name="T9" fmla="*/ 2 h 15"/>
                  <a:gd name="T10" fmla="*/ 0 w 21"/>
                  <a:gd name="T11" fmla="*/ 4 h 15"/>
                  <a:gd name="T12" fmla="*/ 1 w 21"/>
                  <a:gd name="T13" fmla="*/ 5 h 15"/>
                  <a:gd name="T14" fmla="*/ 17 w 21"/>
                  <a:gd name="T15" fmla="*/ 14 h 15"/>
                  <a:gd name="T16" fmla="*/ 18 w 21"/>
                  <a:gd name="T17" fmla="*/ 15 h 15"/>
                  <a:gd name="T18" fmla="*/ 20 w 21"/>
                  <a:gd name="T19" fmla="*/ 13 h 15"/>
                  <a:gd name="T20" fmla="*/ 21 w 21"/>
                  <a:gd name="T21" fmla="*/ 12 h 15"/>
                  <a:gd name="T22" fmla="*/ 20 w 21"/>
                  <a:gd name="T23" fmla="*/ 1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15">
                    <a:moveTo>
                      <a:pt x="20" y="1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2" y="0"/>
                      <a:pt x="2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5"/>
                      <a:pt x="18" y="15"/>
                      <a:pt x="18" y="15"/>
                    </a:cubicBezTo>
                    <a:cubicBezTo>
                      <a:pt x="19" y="15"/>
                      <a:pt x="20" y="14"/>
                      <a:pt x="20" y="13"/>
                    </a:cubicBezTo>
                    <a:cubicBezTo>
                      <a:pt x="21" y="13"/>
                      <a:pt x="21" y="12"/>
                      <a:pt x="21" y="12"/>
                    </a:cubicBezTo>
                    <a:cubicBezTo>
                      <a:pt x="21" y="11"/>
                      <a:pt x="20" y="10"/>
                      <a:pt x="20" y="10"/>
                    </a:cubicBezTo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94" name="Freeform 78">
                <a:extLst>
                  <a:ext uri="{FF2B5EF4-FFF2-40B4-BE49-F238E27FC236}">
                    <a16:creationId xmlns:a16="http://schemas.microsoft.com/office/drawing/2014/main" id="{D4B72ECC-06D3-4B66-B9E1-466519FEC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3875" y="3930739"/>
                <a:ext cx="77788" cy="52388"/>
              </a:xfrm>
              <a:custGeom>
                <a:avLst/>
                <a:gdLst>
                  <a:gd name="T0" fmla="*/ 19 w 21"/>
                  <a:gd name="T1" fmla="*/ 0 h 14"/>
                  <a:gd name="T2" fmla="*/ 17 w 21"/>
                  <a:gd name="T3" fmla="*/ 0 h 14"/>
                  <a:gd name="T4" fmla="*/ 1 w 21"/>
                  <a:gd name="T5" fmla="*/ 10 h 14"/>
                  <a:gd name="T6" fmla="*/ 0 w 21"/>
                  <a:gd name="T7" fmla="*/ 11 h 14"/>
                  <a:gd name="T8" fmla="*/ 0 w 21"/>
                  <a:gd name="T9" fmla="*/ 13 h 14"/>
                  <a:gd name="T10" fmla="*/ 3 w 21"/>
                  <a:gd name="T11" fmla="*/ 14 h 14"/>
                  <a:gd name="T12" fmla="*/ 4 w 21"/>
                  <a:gd name="T13" fmla="*/ 14 h 14"/>
                  <a:gd name="T14" fmla="*/ 20 w 21"/>
                  <a:gd name="T15" fmla="*/ 5 h 14"/>
                  <a:gd name="T16" fmla="*/ 21 w 21"/>
                  <a:gd name="T17" fmla="*/ 3 h 14"/>
                  <a:gd name="T18" fmla="*/ 21 w 21"/>
                  <a:gd name="T19" fmla="*/ 1 h 14"/>
                  <a:gd name="T20" fmla="*/ 19 w 21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4">
                    <a:moveTo>
                      <a:pt x="19" y="0"/>
                    </a:moveTo>
                    <a:cubicBezTo>
                      <a:pt x="18" y="0"/>
                      <a:pt x="18" y="0"/>
                      <a:pt x="17" y="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0" y="11"/>
                      <a:pt x="0" y="11"/>
                    </a:cubicBezTo>
                    <a:cubicBezTo>
                      <a:pt x="0" y="12"/>
                      <a:pt x="0" y="12"/>
                      <a:pt x="0" y="13"/>
                    </a:cubicBezTo>
                    <a:cubicBezTo>
                      <a:pt x="1" y="14"/>
                      <a:pt x="2" y="14"/>
                      <a:pt x="3" y="14"/>
                    </a:cubicBezTo>
                    <a:cubicBezTo>
                      <a:pt x="3" y="14"/>
                      <a:pt x="3" y="14"/>
                      <a:pt x="4" y="14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4"/>
                      <a:pt x="21" y="4"/>
                      <a:pt x="21" y="3"/>
                    </a:cubicBezTo>
                    <a:cubicBezTo>
                      <a:pt x="21" y="3"/>
                      <a:pt x="21" y="2"/>
                      <a:pt x="21" y="1"/>
                    </a:cubicBezTo>
                    <a:cubicBezTo>
                      <a:pt x="20" y="1"/>
                      <a:pt x="20" y="0"/>
                      <a:pt x="19" y="0"/>
                    </a:cubicBezTo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95" name="Freeform 79">
                <a:extLst>
                  <a:ext uri="{FF2B5EF4-FFF2-40B4-BE49-F238E27FC236}">
                    <a16:creationId xmlns:a16="http://schemas.microsoft.com/office/drawing/2014/main" id="{89F32CF2-4E92-44E2-89CB-D72A4CC7A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4862" y="3938677"/>
                <a:ext cx="79375" cy="52388"/>
              </a:xfrm>
              <a:custGeom>
                <a:avLst/>
                <a:gdLst>
                  <a:gd name="T0" fmla="*/ 20 w 21"/>
                  <a:gd name="T1" fmla="*/ 9 h 14"/>
                  <a:gd name="T2" fmla="*/ 4 w 21"/>
                  <a:gd name="T3" fmla="*/ 0 h 14"/>
                  <a:gd name="T4" fmla="*/ 2 w 21"/>
                  <a:gd name="T5" fmla="*/ 0 h 14"/>
                  <a:gd name="T6" fmla="*/ 1 w 21"/>
                  <a:gd name="T7" fmla="*/ 1 h 14"/>
                  <a:gd name="T8" fmla="*/ 1 w 21"/>
                  <a:gd name="T9" fmla="*/ 3 h 14"/>
                  <a:gd name="T10" fmla="*/ 2 w 21"/>
                  <a:gd name="T11" fmla="*/ 4 h 14"/>
                  <a:gd name="T12" fmla="*/ 18 w 21"/>
                  <a:gd name="T13" fmla="*/ 13 h 14"/>
                  <a:gd name="T14" fmla="*/ 19 w 21"/>
                  <a:gd name="T15" fmla="*/ 14 h 14"/>
                  <a:gd name="T16" fmla="*/ 21 w 21"/>
                  <a:gd name="T17" fmla="*/ 13 h 14"/>
                  <a:gd name="T18" fmla="*/ 21 w 21"/>
                  <a:gd name="T19" fmla="*/ 11 h 14"/>
                  <a:gd name="T20" fmla="*/ 20 w 21"/>
                  <a:gd name="T21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4">
                    <a:moveTo>
                      <a:pt x="20" y="9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1" y="1"/>
                      <a:pt x="0" y="2"/>
                      <a:pt x="1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20" y="14"/>
                      <a:pt x="21" y="13"/>
                      <a:pt x="21" y="13"/>
                    </a:cubicBezTo>
                    <a:cubicBezTo>
                      <a:pt x="21" y="12"/>
                      <a:pt x="21" y="11"/>
                      <a:pt x="21" y="11"/>
                    </a:cubicBezTo>
                    <a:cubicBezTo>
                      <a:pt x="21" y="10"/>
                      <a:pt x="21" y="9"/>
                      <a:pt x="20" y="9"/>
                    </a:cubicBezTo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96" name="Freeform 80">
                <a:extLst>
                  <a:ext uri="{FF2B5EF4-FFF2-40B4-BE49-F238E27FC236}">
                    <a16:creationId xmlns:a16="http://schemas.microsoft.com/office/drawing/2014/main" id="{13EDF4D5-1E08-4234-A6BA-9095081BF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8037" y="3773577"/>
                <a:ext cx="79375" cy="52388"/>
              </a:xfrm>
              <a:custGeom>
                <a:avLst/>
                <a:gdLst>
                  <a:gd name="T0" fmla="*/ 21 w 21"/>
                  <a:gd name="T1" fmla="*/ 1 h 14"/>
                  <a:gd name="T2" fmla="*/ 19 w 21"/>
                  <a:gd name="T3" fmla="*/ 0 h 14"/>
                  <a:gd name="T4" fmla="*/ 17 w 21"/>
                  <a:gd name="T5" fmla="*/ 0 h 14"/>
                  <a:gd name="T6" fmla="*/ 2 w 21"/>
                  <a:gd name="T7" fmla="*/ 10 h 14"/>
                  <a:gd name="T8" fmla="*/ 0 w 21"/>
                  <a:gd name="T9" fmla="*/ 11 h 14"/>
                  <a:gd name="T10" fmla="*/ 1 w 21"/>
                  <a:gd name="T11" fmla="*/ 13 h 14"/>
                  <a:gd name="T12" fmla="*/ 3 w 21"/>
                  <a:gd name="T13" fmla="*/ 14 h 14"/>
                  <a:gd name="T14" fmla="*/ 4 w 21"/>
                  <a:gd name="T15" fmla="*/ 14 h 14"/>
                  <a:gd name="T16" fmla="*/ 20 w 21"/>
                  <a:gd name="T17" fmla="*/ 5 h 14"/>
                  <a:gd name="T18" fmla="*/ 21 w 21"/>
                  <a:gd name="T19" fmla="*/ 3 h 14"/>
                  <a:gd name="T20" fmla="*/ 21 w 21"/>
                  <a:gd name="T21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4">
                    <a:moveTo>
                      <a:pt x="21" y="1"/>
                    </a:moveTo>
                    <a:cubicBezTo>
                      <a:pt x="21" y="1"/>
                      <a:pt x="20" y="0"/>
                      <a:pt x="19" y="0"/>
                    </a:cubicBezTo>
                    <a:cubicBezTo>
                      <a:pt x="19" y="0"/>
                      <a:pt x="18" y="0"/>
                      <a:pt x="17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" y="10"/>
                      <a:pt x="1" y="10"/>
                      <a:pt x="0" y="11"/>
                    </a:cubicBezTo>
                    <a:cubicBezTo>
                      <a:pt x="0" y="12"/>
                      <a:pt x="0" y="12"/>
                      <a:pt x="1" y="13"/>
                    </a:cubicBezTo>
                    <a:cubicBezTo>
                      <a:pt x="1" y="14"/>
                      <a:pt x="2" y="14"/>
                      <a:pt x="3" y="14"/>
                    </a:cubicBezTo>
                    <a:cubicBezTo>
                      <a:pt x="3" y="14"/>
                      <a:pt x="4" y="14"/>
                      <a:pt x="4" y="14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1" y="4"/>
                      <a:pt x="21" y="4"/>
                      <a:pt x="21" y="3"/>
                    </a:cubicBezTo>
                    <a:cubicBezTo>
                      <a:pt x="21" y="3"/>
                      <a:pt x="21" y="2"/>
                      <a:pt x="21" y="1"/>
                    </a:cubicBezTo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97" name="Freeform 81">
                <a:extLst>
                  <a:ext uri="{FF2B5EF4-FFF2-40B4-BE49-F238E27FC236}">
                    <a16:creationId xmlns:a16="http://schemas.microsoft.com/office/drawing/2014/main" id="{77FC5070-9516-441B-B24A-0F3B124E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20550" y="3776752"/>
                <a:ext cx="222250" cy="323850"/>
              </a:xfrm>
              <a:custGeom>
                <a:avLst/>
                <a:gdLst>
                  <a:gd name="T0" fmla="*/ 58 w 59"/>
                  <a:gd name="T1" fmla="*/ 31 h 86"/>
                  <a:gd name="T2" fmla="*/ 58 w 59"/>
                  <a:gd name="T3" fmla="*/ 26 h 86"/>
                  <a:gd name="T4" fmla="*/ 58 w 59"/>
                  <a:gd name="T5" fmla="*/ 25 h 86"/>
                  <a:gd name="T6" fmla="*/ 59 w 59"/>
                  <a:gd name="T7" fmla="*/ 18 h 86"/>
                  <a:gd name="T8" fmla="*/ 54 w 59"/>
                  <a:gd name="T9" fmla="*/ 11 h 86"/>
                  <a:gd name="T10" fmla="*/ 54 w 59"/>
                  <a:gd name="T11" fmla="*/ 11 h 86"/>
                  <a:gd name="T12" fmla="*/ 45 w 59"/>
                  <a:gd name="T13" fmla="*/ 3 h 86"/>
                  <a:gd name="T14" fmla="*/ 44 w 59"/>
                  <a:gd name="T15" fmla="*/ 3 h 86"/>
                  <a:gd name="T16" fmla="*/ 32 w 59"/>
                  <a:gd name="T17" fmla="*/ 0 h 86"/>
                  <a:gd name="T18" fmla="*/ 19 w 59"/>
                  <a:gd name="T19" fmla="*/ 3 h 86"/>
                  <a:gd name="T20" fmla="*/ 8 w 59"/>
                  <a:gd name="T21" fmla="*/ 40 h 86"/>
                  <a:gd name="T22" fmla="*/ 18 w 59"/>
                  <a:gd name="T23" fmla="*/ 51 h 86"/>
                  <a:gd name="T24" fmla="*/ 18 w 59"/>
                  <a:gd name="T25" fmla="*/ 61 h 86"/>
                  <a:gd name="T26" fmla="*/ 18 w 59"/>
                  <a:gd name="T27" fmla="*/ 61 h 86"/>
                  <a:gd name="T28" fmla="*/ 18 w 59"/>
                  <a:gd name="T29" fmla="*/ 61 h 86"/>
                  <a:gd name="T30" fmla="*/ 18 w 59"/>
                  <a:gd name="T31" fmla="*/ 74 h 86"/>
                  <a:gd name="T32" fmla="*/ 23 w 59"/>
                  <a:gd name="T33" fmla="*/ 81 h 86"/>
                  <a:gd name="T34" fmla="*/ 31 w 59"/>
                  <a:gd name="T35" fmla="*/ 86 h 86"/>
                  <a:gd name="T36" fmla="*/ 40 w 59"/>
                  <a:gd name="T37" fmla="*/ 81 h 86"/>
                  <a:gd name="T38" fmla="*/ 45 w 59"/>
                  <a:gd name="T39" fmla="*/ 74 h 86"/>
                  <a:gd name="T40" fmla="*/ 45 w 59"/>
                  <a:gd name="T41" fmla="*/ 52 h 86"/>
                  <a:gd name="T42" fmla="*/ 45 w 59"/>
                  <a:gd name="T43" fmla="*/ 52 h 86"/>
                  <a:gd name="T44" fmla="*/ 52 w 59"/>
                  <a:gd name="T45" fmla="*/ 46 h 86"/>
                  <a:gd name="T46" fmla="*/ 55 w 59"/>
                  <a:gd name="T47" fmla="*/ 41 h 86"/>
                  <a:gd name="T48" fmla="*/ 58 w 59"/>
                  <a:gd name="T49" fmla="*/ 31 h 86"/>
                  <a:gd name="T50" fmla="*/ 58 w 59"/>
                  <a:gd name="T51" fmla="*/ 31 h 86"/>
                  <a:gd name="T52" fmla="*/ 17 w 59"/>
                  <a:gd name="T53" fmla="*/ 28 h 86"/>
                  <a:gd name="T54" fmla="*/ 16 w 59"/>
                  <a:gd name="T55" fmla="*/ 30 h 86"/>
                  <a:gd name="T56" fmla="*/ 15 w 59"/>
                  <a:gd name="T57" fmla="*/ 28 h 86"/>
                  <a:gd name="T58" fmla="*/ 34 w 59"/>
                  <a:gd name="T59" fmla="*/ 10 h 86"/>
                  <a:gd name="T60" fmla="*/ 35 w 59"/>
                  <a:gd name="T61" fmla="*/ 11 h 86"/>
                  <a:gd name="T62" fmla="*/ 34 w 59"/>
                  <a:gd name="T63" fmla="*/ 12 h 86"/>
                  <a:gd name="T64" fmla="*/ 17 w 59"/>
                  <a:gd name="T65" fmla="*/ 28 h 86"/>
                  <a:gd name="T66" fmla="*/ 42 w 59"/>
                  <a:gd name="T67" fmla="*/ 74 h 86"/>
                  <a:gd name="T68" fmla="*/ 38 w 59"/>
                  <a:gd name="T69" fmla="*/ 79 h 86"/>
                  <a:gd name="T70" fmla="*/ 37 w 59"/>
                  <a:gd name="T71" fmla="*/ 80 h 86"/>
                  <a:gd name="T72" fmla="*/ 37 w 59"/>
                  <a:gd name="T73" fmla="*/ 80 h 86"/>
                  <a:gd name="T74" fmla="*/ 31 w 59"/>
                  <a:gd name="T75" fmla="*/ 83 h 86"/>
                  <a:gd name="T76" fmla="*/ 26 w 59"/>
                  <a:gd name="T77" fmla="*/ 80 h 86"/>
                  <a:gd name="T78" fmla="*/ 26 w 59"/>
                  <a:gd name="T79" fmla="*/ 80 h 86"/>
                  <a:gd name="T80" fmla="*/ 25 w 59"/>
                  <a:gd name="T81" fmla="*/ 79 h 86"/>
                  <a:gd name="T82" fmla="*/ 21 w 59"/>
                  <a:gd name="T83" fmla="*/ 74 h 86"/>
                  <a:gd name="T84" fmla="*/ 21 w 59"/>
                  <a:gd name="T85" fmla="*/ 62 h 86"/>
                  <a:gd name="T86" fmla="*/ 42 w 59"/>
                  <a:gd name="T87" fmla="*/ 62 h 86"/>
                  <a:gd name="T88" fmla="*/ 42 w 59"/>
                  <a:gd name="T89" fmla="*/ 7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86">
                    <a:moveTo>
                      <a:pt x="58" y="31"/>
                    </a:moveTo>
                    <a:cubicBezTo>
                      <a:pt x="58" y="29"/>
                      <a:pt x="58" y="27"/>
                      <a:pt x="58" y="26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58" y="22"/>
                      <a:pt x="59" y="20"/>
                      <a:pt x="59" y="18"/>
                    </a:cubicBezTo>
                    <a:cubicBezTo>
                      <a:pt x="59" y="18"/>
                      <a:pt x="58" y="15"/>
                      <a:pt x="54" y="11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2" y="8"/>
                      <a:pt x="49" y="5"/>
                      <a:pt x="45" y="3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0" y="1"/>
                      <a:pt x="36" y="0"/>
                      <a:pt x="32" y="0"/>
                    </a:cubicBezTo>
                    <a:cubicBezTo>
                      <a:pt x="27" y="0"/>
                      <a:pt x="23" y="1"/>
                      <a:pt x="19" y="3"/>
                    </a:cubicBezTo>
                    <a:cubicBezTo>
                      <a:pt x="5" y="11"/>
                      <a:pt x="0" y="27"/>
                      <a:pt x="8" y="40"/>
                    </a:cubicBezTo>
                    <a:cubicBezTo>
                      <a:pt x="10" y="45"/>
                      <a:pt x="14" y="49"/>
                      <a:pt x="18" y="5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74"/>
                      <a:pt x="18" y="74"/>
                      <a:pt x="18" y="74"/>
                    </a:cubicBezTo>
                    <a:cubicBezTo>
                      <a:pt x="18" y="77"/>
                      <a:pt x="20" y="79"/>
                      <a:pt x="23" y="81"/>
                    </a:cubicBezTo>
                    <a:cubicBezTo>
                      <a:pt x="24" y="83"/>
                      <a:pt x="27" y="86"/>
                      <a:pt x="31" y="86"/>
                    </a:cubicBezTo>
                    <a:cubicBezTo>
                      <a:pt x="36" y="86"/>
                      <a:pt x="39" y="83"/>
                      <a:pt x="40" y="81"/>
                    </a:cubicBezTo>
                    <a:cubicBezTo>
                      <a:pt x="43" y="79"/>
                      <a:pt x="45" y="77"/>
                      <a:pt x="45" y="74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7" y="50"/>
                      <a:pt x="50" y="48"/>
                      <a:pt x="52" y="46"/>
                    </a:cubicBezTo>
                    <a:cubicBezTo>
                      <a:pt x="53" y="45"/>
                      <a:pt x="54" y="43"/>
                      <a:pt x="55" y="41"/>
                    </a:cubicBezTo>
                    <a:cubicBezTo>
                      <a:pt x="56" y="38"/>
                      <a:pt x="57" y="34"/>
                      <a:pt x="58" y="31"/>
                    </a:cubicBezTo>
                    <a:cubicBezTo>
                      <a:pt x="58" y="31"/>
                      <a:pt x="58" y="31"/>
                      <a:pt x="58" y="31"/>
                    </a:cubicBezTo>
                    <a:moveTo>
                      <a:pt x="17" y="28"/>
                    </a:moveTo>
                    <a:cubicBezTo>
                      <a:pt x="17" y="29"/>
                      <a:pt x="17" y="30"/>
                      <a:pt x="16" y="30"/>
                    </a:cubicBezTo>
                    <a:cubicBezTo>
                      <a:pt x="16" y="30"/>
                      <a:pt x="15" y="29"/>
                      <a:pt x="15" y="28"/>
                    </a:cubicBezTo>
                    <a:cubicBezTo>
                      <a:pt x="15" y="18"/>
                      <a:pt x="23" y="10"/>
                      <a:pt x="34" y="10"/>
                    </a:cubicBezTo>
                    <a:cubicBezTo>
                      <a:pt x="35" y="10"/>
                      <a:pt x="35" y="10"/>
                      <a:pt x="35" y="11"/>
                    </a:cubicBezTo>
                    <a:cubicBezTo>
                      <a:pt x="35" y="11"/>
                      <a:pt x="35" y="12"/>
                      <a:pt x="34" y="12"/>
                    </a:cubicBezTo>
                    <a:cubicBezTo>
                      <a:pt x="25" y="12"/>
                      <a:pt x="17" y="19"/>
                      <a:pt x="17" y="28"/>
                    </a:cubicBezTo>
                    <a:moveTo>
                      <a:pt x="42" y="74"/>
                    </a:moveTo>
                    <a:cubicBezTo>
                      <a:pt x="42" y="76"/>
                      <a:pt x="40" y="78"/>
                      <a:pt x="38" y="79"/>
                    </a:cubicBezTo>
                    <a:cubicBezTo>
                      <a:pt x="37" y="79"/>
                      <a:pt x="37" y="80"/>
                      <a:pt x="37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82"/>
                      <a:pt x="35" y="83"/>
                      <a:pt x="31" y="83"/>
                    </a:cubicBezTo>
                    <a:cubicBezTo>
                      <a:pt x="28" y="83"/>
                      <a:pt x="26" y="82"/>
                      <a:pt x="26" y="80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6" y="80"/>
                      <a:pt x="25" y="79"/>
                      <a:pt x="25" y="79"/>
                    </a:cubicBezTo>
                    <a:cubicBezTo>
                      <a:pt x="22" y="78"/>
                      <a:pt x="21" y="76"/>
                      <a:pt x="21" y="74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42" y="62"/>
                      <a:pt x="42" y="62"/>
                      <a:pt x="42" y="62"/>
                    </a:cubicBezTo>
                    <a:lnTo>
                      <a:pt x="42" y="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8" name="Groupe 197">
            <a:extLst>
              <a:ext uri="{FF2B5EF4-FFF2-40B4-BE49-F238E27FC236}">
                <a16:creationId xmlns:a16="http://schemas.microsoft.com/office/drawing/2014/main" id="{FED02879-E43F-4E22-BEDE-4A2F31AFF482}"/>
              </a:ext>
            </a:extLst>
          </p:cNvPr>
          <p:cNvGrpSpPr>
            <a:grpSpLocks noChangeAspect="1"/>
          </p:cNvGrpSpPr>
          <p:nvPr/>
        </p:nvGrpSpPr>
        <p:grpSpPr>
          <a:xfrm>
            <a:off x="143700" y="4453954"/>
            <a:ext cx="548967" cy="516088"/>
            <a:chOff x="10318751" y="647701"/>
            <a:chExt cx="874713" cy="822325"/>
          </a:xfrm>
        </p:grpSpPr>
        <p:sp>
          <p:nvSpPr>
            <p:cNvPr id="199" name="Freeform 22">
              <a:extLst>
                <a:ext uri="{FF2B5EF4-FFF2-40B4-BE49-F238E27FC236}">
                  <a16:creationId xmlns:a16="http://schemas.microsoft.com/office/drawing/2014/main" id="{4C634678-D539-44FE-BAA1-113812391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8751" y="647701"/>
              <a:ext cx="874713" cy="822325"/>
            </a:xfrm>
            <a:custGeom>
              <a:avLst/>
              <a:gdLst>
                <a:gd name="T0" fmla="*/ 34 w 233"/>
                <a:gd name="T1" fmla="*/ 170 h 217"/>
                <a:gd name="T2" fmla="*/ 56 w 233"/>
                <a:gd name="T3" fmla="*/ 32 h 217"/>
                <a:gd name="T4" fmla="*/ 199 w 233"/>
                <a:gd name="T5" fmla="*/ 53 h 217"/>
                <a:gd name="T6" fmla="*/ 173 w 233"/>
                <a:gd name="T7" fmla="*/ 185 h 217"/>
                <a:gd name="T8" fmla="*/ 34 w 233"/>
                <a:gd name="T9" fmla="*/ 17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217">
                  <a:moveTo>
                    <a:pt x="34" y="170"/>
                  </a:moveTo>
                  <a:cubicBezTo>
                    <a:pt x="0" y="126"/>
                    <a:pt x="10" y="65"/>
                    <a:pt x="56" y="32"/>
                  </a:cubicBezTo>
                  <a:cubicBezTo>
                    <a:pt x="102" y="0"/>
                    <a:pt x="166" y="9"/>
                    <a:pt x="199" y="53"/>
                  </a:cubicBezTo>
                  <a:cubicBezTo>
                    <a:pt x="233" y="96"/>
                    <a:pt x="219" y="152"/>
                    <a:pt x="173" y="185"/>
                  </a:cubicBezTo>
                  <a:cubicBezTo>
                    <a:pt x="128" y="217"/>
                    <a:pt x="67" y="213"/>
                    <a:pt x="34" y="170"/>
                  </a:cubicBezTo>
                </a:path>
              </a:pathLst>
            </a:custGeom>
            <a:solidFill>
              <a:srgbClr val="12A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00" name="Groupe 199">
              <a:extLst>
                <a:ext uri="{FF2B5EF4-FFF2-40B4-BE49-F238E27FC236}">
                  <a16:creationId xmlns:a16="http://schemas.microsoft.com/office/drawing/2014/main" id="{497D63A0-EFA8-41D7-BD50-472DFB3F2C44}"/>
                </a:ext>
              </a:extLst>
            </p:cNvPr>
            <p:cNvGrpSpPr/>
            <p:nvPr/>
          </p:nvGrpSpPr>
          <p:grpSpPr>
            <a:xfrm>
              <a:off x="10514013" y="893763"/>
              <a:ext cx="481013" cy="330201"/>
              <a:chOff x="10514013" y="893763"/>
              <a:chExt cx="481013" cy="330201"/>
            </a:xfrm>
          </p:grpSpPr>
          <p:sp>
            <p:nvSpPr>
              <p:cNvPr id="201" name="Freeform 55">
                <a:extLst>
                  <a:ext uri="{FF2B5EF4-FFF2-40B4-BE49-F238E27FC236}">
                    <a16:creationId xmlns:a16="http://schemas.microsoft.com/office/drawing/2014/main" id="{13BD9A9F-7B20-46F6-965C-40FFE13B8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7188" y="893763"/>
                <a:ext cx="477838" cy="193675"/>
              </a:xfrm>
              <a:custGeom>
                <a:avLst/>
                <a:gdLst>
                  <a:gd name="T0" fmla="*/ 127 w 127"/>
                  <a:gd name="T1" fmla="*/ 10 h 51"/>
                  <a:gd name="T2" fmla="*/ 67 w 127"/>
                  <a:gd name="T3" fmla="*/ 0 h 51"/>
                  <a:gd name="T4" fmla="*/ 2 w 127"/>
                  <a:gd name="T5" fmla="*/ 10 h 51"/>
                  <a:gd name="T6" fmla="*/ 2 w 127"/>
                  <a:gd name="T7" fmla="*/ 43 h 51"/>
                  <a:gd name="T8" fmla="*/ 0 w 127"/>
                  <a:gd name="T9" fmla="*/ 46 h 51"/>
                  <a:gd name="T10" fmla="*/ 5 w 127"/>
                  <a:gd name="T11" fmla="*/ 51 h 51"/>
                  <a:gd name="T12" fmla="*/ 9 w 127"/>
                  <a:gd name="T13" fmla="*/ 46 h 51"/>
                  <a:gd name="T14" fmla="*/ 7 w 127"/>
                  <a:gd name="T15" fmla="*/ 42 h 51"/>
                  <a:gd name="T16" fmla="*/ 7 w 127"/>
                  <a:gd name="T17" fmla="*/ 21 h 51"/>
                  <a:gd name="T18" fmla="*/ 67 w 127"/>
                  <a:gd name="T19" fmla="*/ 30 h 51"/>
                  <a:gd name="T20" fmla="*/ 127 w 127"/>
                  <a:gd name="T21" fmla="*/ 21 h 51"/>
                  <a:gd name="T22" fmla="*/ 127 w 127"/>
                  <a:gd name="T23" fmla="*/ 1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7" h="51">
                    <a:moveTo>
                      <a:pt x="127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21"/>
                      <a:pt x="2" y="32"/>
                      <a:pt x="2" y="43"/>
                    </a:cubicBezTo>
                    <a:cubicBezTo>
                      <a:pt x="1" y="44"/>
                      <a:pt x="0" y="45"/>
                      <a:pt x="0" y="46"/>
                    </a:cubicBezTo>
                    <a:cubicBezTo>
                      <a:pt x="0" y="49"/>
                      <a:pt x="2" y="51"/>
                      <a:pt x="5" y="51"/>
                    </a:cubicBezTo>
                    <a:cubicBezTo>
                      <a:pt x="7" y="51"/>
                      <a:pt x="9" y="49"/>
                      <a:pt x="9" y="46"/>
                    </a:cubicBezTo>
                    <a:cubicBezTo>
                      <a:pt x="9" y="45"/>
                      <a:pt x="8" y="44"/>
                      <a:pt x="7" y="4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67" y="30"/>
                      <a:pt x="67" y="30"/>
                      <a:pt x="67" y="30"/>
                    </a:cubicBezTo>
                    <a:cubicBezTo>
                      <a:pt x="127" y="21"/>
                      <a:pt x="127" y="21"/>
                      <a:pt x="127" y="21"/>
                    </a:cubicBezTo>
                    <a:cubicBezTo>
                      <a:pt x="127" y="10"/>
                      <a:pt x="127" y="10"/>
                      <a:pt x="127" y="1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02" name="Freeform 56">
                <a:extLst>
                  <a:ext uri="{FF2B5EF4-FFF2-40B4-BE49-F238E27FC236}">
                    <a16:creationId xmlns:a16="http://schemas.microsoft.com/office/drawing/2014/main" id="{7DD3DCDE-D3EF-43A4-808B-3D01BC346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4013" y="1106488"/>
                <a:ext cx="49213" cy="82550"/>
              </a:xfrm>
              <a:custGeom>
                <a:avLst/>
                <a:gdLst>
                  <a:gd name="T0" fmla="*/ 10 w 13"/>
                  <a:gd name="T1" fmla="*/ 0 h 22"/>
                  <a:gd name="T2" fmla="*/ 3 w 13"/>
                  <a:gd name="T3" fmla="*/ 0 h 22"/>
                  <a:gd name="T4" fmla="*/ 0 w 13"/>
                  <a:gd name="T5" fmla="*/ 20 h 22"/>
                  <a:gd name="T6" fmla="*/ 2 w 13"/>
                  <a:gd name="T7" fmla="*/ 21 h 22"/>
                  <a:gd name="T8" fmla="*/ 3 w 13"/>
                  <a:gd name="T9" fmla="*/ 19 h 22"/>
                  <a:gd name="T10" fmla="*/ 3 w 13"/>
                  <a:gd name="T11" fmla="*/ 22 h 22"/>
                  <a:gd name="T12" fmla="*/ 7 w 13"/>
                  <a:gd name="T13" fmla="*/ 22 h 22"/>
                  <a:gd name="T14" fmla="*/ 8 w 13"/>
                  <a:gd name="T15" fmla="*/ 20 h 22"/>
                  <a:gd name="T16" fmla="*/ 9 w 13"/>
                  <a:gd name="T17" fmla="*/ 22 h 22"/>
                  <a:gd name="T18" fmla="*/ 9 w 13"/>
                  <a:gd name="T19" fmla="*/ 22 h 22"/>
                  <a:gd name="T20" fmla="*/ 9 w 13"/>
                  <a:gd name="T21" fmla="*/ 12 h 22"/>
                  <a:gd name="T22" fmla="*/ 11 w 13"/>
                  <a:gd name="T23" fmla="*/ 21 h 22"/>
                  <a:gd name="T24" fmla="*/ 13 w 13"/>
                  <a:gd name="T25" fmla="*/ 20 h 22"/>
                  <a:gd name="T26" fmla="*/ 10 w 13"/>
                  <a:gd name="T2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22">
                    <a:moveTo>
                      <a:pt x="10" y="0"/>
                    </a:moveTo>
                    <a:cubicBezTo>
                      <a:pt x="8" y="1"/>
                      <a:pt x="5" y="1"/>
                      <a:pt x="3" y="0"/>
                    </a:cubicBezTo>
                    <a:cubicBezTo>
                      <a:pt x="2" y="7"/>
                      <a:pt x="1" y="13"/>
                      <a:pt x="0" y="20"/>
                    </a:cubicBezTo>
                    <a:cubicBezTo>
                      <a:pt x="0" y="20"/>
                      <a:pt x="1" y="21"/>
                      <a:pt x="2" y="21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5" y="22"/>
                      <a:pt x="6" y="22"/>
                      <a:pt x="7" y="22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1"/>
                      <a:pt x="12" y="20"/>
                      <a:pt x="13" y="20"/>
                    </a:cubicBezTo>
                    <a:cubicBezTo>
                      <a:pt x="12" y="13"/>
                      <a:pt x="11" y="7"/>
                      <a:pt x="10" y="0"/>
                    </a:cubicBezTo>
                    <a:close/>
                  </a:path>
                </a:pathLst>
              </a:custGeom>
              <a:solidFill>
                <a:srgbClr val="EC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03" name="Freeform 57">
                <a:extLst>
                  <a:ext uri="{FF2B5EF4-FFF2-40B4-BE49-F238E27FC236}">
                    <a16:creationId xmlns:a16="http://schemas.microsoft.com/office/drawing/2014/main" id="{EDF367AE-98B8-4EE4-8586-C67D9B85F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99738" y="1003301"/>
                <a:ext cx="330200" cy="220663"/>
              </a:xfrm>
              <a:custGeom>
                <a:avLst/>
                <a:gdLst>
                  <a:gd name="T0" fmla="*/ 0 w 88"/>
                  <a:gd name="T1" fmla="*/ 0 h 58"/>
                  <a:gd name="T2" fmla="*/ 43 w 88"/>
                  <a:gd name="T3" fmla="*/ 7 h 58"/>
                  <a:gd name="T4" fmla="*/ 88 w 88"/>
                  <a:gd name="T5" fmla="*/ 0 h 58"/>
                  <a:gd name="T6" fmla="*/ 88 w 88"/>
                  <a:gd name="T7" fmla="*/ 49 h 58"/>
                  <a:gd name="T8" fmla="*/ 43 w 88"/>
                  <a:gd name="T9" fmla="*/ 58 h 58"/>
                  <a:gd name="T10" fmla="*/ 0 w 88"/>
                  <a:gd name="T11" fmla="*/ 49 h 58"/>
                  <a:gd name="T12" fmla="*/ 0 w 88"/>
                  <a:gd name="T1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58">
                    <a:moveTo>
                      <a:pt x="0" y="0"/>
                    </a:moveTo>
                    <a:cubicBezTo>
                      <a:pt x="43" y="7"/>
                      <a:pt x="43" y="7"/>
                      <a:pt x="43" y="7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49"/>
                      <a:pt x="88" y="49"/>
                      <a:pt x="88" y="49"/>
                    </a:cubicBezTo>
                    <a:cubicBezTo>
                      <a:pt x="88" y="49"/>
                      <a:pt x="70" y="47"/>
                      <a:pt x="43" y="58"/>
                    </a:cubicBezTo>
                    <a:cubicBezTo>
                      <a:pt x="43" y="58"/>
                      <a:pt x="30" y="49"/>
                      <a:pt x="0" y="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C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9D069A0C-C9A0-4CE0-9235-600101E8EED9}"/>
              </a:ext>
            </a:extLst>
          </p:cNvPr>
          <p:cNvGrpSpPr>
            <a:grpSpLocks noChangeAspect="1"/>
          </p:cNvGrpSpPr>
          <p:nvPr/>
        </p:nvGrpSpPr>
        <p:grpSpPr>
          <a:xfrm>
            <a:off x="11676847" y="4854205"/>
            <a:ext cx="475404" cy="444230"/>
            <a:chOff x="7913688" y="504826"/>
            <a:chExt cx="871538" cy="814388"/>
          </a:xfrm>
          <a:solidFill>
            <a:srgbClr val="12ABDB"/>
          </a:solidFill>
        </p:grpSpPr>
        <p:sp>
          <p:nvSpPr>
            <p:cNvPr id="205" name="Freeform 85">
              <a:extLst>
                <a:ext uri="{FF2B5EF4-FFF2-40B4-BE49-F238E27FC236}">
                  <a16:creationId xmlns:a16="http://schemas.microsoft.com/office/drawing/2014/main" id="{0D14D97F-A403-43C9-85D2-F31CA731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688" y="504826"/>
              <a:ext cx="871538" cy="814388"/>
            </a:xfrm>
            <a:custGeom>
              <a:avLst/>
              <a:gdLst>
                <a:gd name="T0" fmla="*/ 33 w 232"/>
                <a:gd name="T1" fmla="*/ 169 h 217"/>
                <a:gd name="T2" fmla="*/ 56 w 232"/>
                <a:gd name="T3" fmla="*/ 32 h 217"/>
                <a:gd name="T4" fmla="*/ 199 w 232"/>
                <a:gd name="T5" fmla="*/ 52 h 217"/>
                <a:gd name="T6" fmla="*/ 173 w 232"/>
                <a:gd name="T7" fmla="*/ 184 h 217"/>
                <a:gd name="T8" fmla="*/ 33 w 232"/>
                <a:gd name="T9" fmla="*/ 16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17">
                  <a:moveTo>
                    <a:pt x="33" y="169"/>
                  </a:moveTo>
                  <a:cubicBezTo>
                    <a:pt x="0" y="126"/>
                    <a:pt x="10" y="64"/>
                    <a:pt x="56" y="32"/>
                  </a:cubicBezTo>
                  <a:cubicBezTo>
                    <a:pt x="101" y="0"/>
                    <a:pt x="165" y="9"/>
                    <a:pt x="199" y="52"/>
                  </a:cubicBezTo>
                  <a:cubicBezTo>
                    <a:pt x="232" y="96"/>
                    <a:pt x="218" y="152"/>
                    <a:pt x="173" y="184"/>
                  </a:cubicBezTo>
                  <a:cubicBezTo>
                    <a:pt x="127" y="217"/>
                    <a:pt x="67" y="213"/>
                    <a:pt x="33" y="169"/>
                  </a:cubicBezTo>
                </a:path>
              </a:pathLst>
            </a:custGeom>
            <a:solidFill>
              <a:srgbClr val="12A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06" name="Freeform 86">
              <a:extLst>
                <a:ext uri="{FF2B5EF4-FFF2-40B4-BE49-F238E27FC236}">
                  <a16:creationId xmlns:a16="http://schemas.microsoft.com/office/drawing/2014/main" id="{437ADC3B-77C8-4C7F-A95F-CFA508DB9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2613" y="700088"/>
              <a:ext cx="285750" cy="427038"/>
            </a:xfrm>
            <a:custGeom>
              <a:avLst/>
              <a:gdLst>
                <a:gd name="T0" fmla="*/ 75 w 76"/>
                <a:gd name="T1" fmla="*/ 114 h 114"/>
                <a:gd name="T2" fmla="*/ 3 w 76"/>
                <a:gd name="T3" fmla="*/ 112 h 114"/>
                <a:gd name="T4" fmla="*/ 2 w 76"/>
                <a:gd name="T5" fmla="*/ 3 h 114"/>
                <a:gd name="T6" fmla="*/ 75 w 76"/>
                <a:gd name="T7" fmla="*/ 2 h 114"/>
                <a:gd name="T8" fmla="*/ 75 w 76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14">
                  <a:moveTo>
                    <a:pt x="75" y="114"/>
                  </a:moveTo>
                  <a:cubicBezTo>
                    <a:pt x="3" y="112"/>
                    <a:pt x="3" y="112"/>
                    <a:pt x="3" y="112"/>
                  </a:cubicBezTo>
                  <a:cubicBezTo>
                    <a:pt x="3" y="112"/>
                    <a:pt x="0" y="41"/>
                    <a:pt x="2" y="3"/>
                  </a:cubicBezTo>
                  <a:cubicBezTo>
                    <a:pt x="24" y="0"/>
                    <a:pt x="54" y="0"/>
                    <a:pt x="75" y="2"/>
                  </a:cubicBezTo>
                  <a:cubicBezTo>
                    <a:pt x="76" y="53"/>
                    <a:pt x="75" y="114"/>
                    <a:pt x="75" y="114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07" name="Rectangle 87">
              <a:extLst>
                <a:ext uri="{FF2B5EF4-FFF2-40B4-BE49-F238E27FC236}">
                  <a16:creationId xmlns:a16="http://schemas.microsoft.com/office/drawing/2014/main" id="{0735AEA3-3F52-43D2-9ACA-0B4ED25F9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763588"/>
              <a:ext cx="1873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4" name="Rectangle 88">
              <a:extLst>
                <a:ext uri="{FF2B5EF4-FFF2-40B4-BE49-F238E27FC236}">
                  <a16:creationId xmlns:a16="http://schemas.microsoft.com/office/drawing/2014/main" id="{AC64E42E-8714-4DEB-99D8-929A95DDA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812801"/>
              <a:ext cx="1873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5" name="Rectangle 89">
              <a:extLst>
                <a:ext uri="{FF2B5EF4-FFF2-40B4-BE49-F238E27FC236}">
                  <a16:creationId xmlns:a16="http://schemas.microsoft.com/office/drawing/2014/main" id="{2D78EC40-875D-4F02-A033-18DAD1933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860426"/>
              <a:ext cx="187325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6" name="Rectangle 90">
              <a:extLst>
                <a:ext uri="{FF2B5EF4-FFF2-40B4-BE49-F238E27FC236}">
                  <a16:creationId xmlns:a16="http://schemas.microsoft.com/office/drawing/2014/main" id="{10963E05-AAAA-4671-B534-581B44845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914401"/>
              <a:ext cx="187325" cy="11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7" name="Rectangle 91">
              <a:extLst>
                <a:ext uri="{FF2B5EF4-FFF2-40B4-BE49-F238E27FC236}">
                  <a16:creationId xmlns:a16="http://schemas.microsoft.com/office/drawing/2014/main" id="{03638876-C963-485E-8650-F2C245BD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962026"/>
              <a:ext cx="187325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8" name="Rectangle 92">
              <a:extLst>
                <a:ext uri="{FF2B5EF4-FFF2-40B4-BE49-F238E27FC236}">
                  <a16:creationId xmlns:a16="http://schemas.microsoft.com/office/drawing/2014/main" id="{50B5A008-971A-4125-8A9A-7A6798E67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1011238"/>
              <a:ext cx="187325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9" name="Rectangle 93">
              <a:extLst>
                <a:ext uri="{FF2B5EF4-FFF2-40B4-BE49-F238E27FC236}">
                  <a16:creationId xmlns:a16="http://schemas.microsoft.com/office/drawing/2014/main" id="{3FAF70AA-B17C-49B1-86A3-AFAFCC25B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1826" y="1052513"/>
              <a:ext cx="187325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251" name="Forme libre : forme 250">
            <a:extLst>
              <a:ext uri="{FF2B5EF4-FFF2-40B4-BE49-F238E27FC236}">
                <a16:creationId xmlns:a16="http://schemas.microsoft.com/office/drawing/2014/main" id="{C4D79F96-02E2-4044-A727-E88000BB2CB7}"/>
              </a:ext>
            </a:extLst>
          </p:cNvPr>
          <p:cNvSpPr/>
          <p:nvPr/>
        </p:nvSpPr>
        <p:spPr>
          <a:xfrm>
            <a:off x="4495800" y="-9525"/>
            <a:ext cx="830459" cy="677149"/>
          </a:xfrm>
          <a:custGeom>
            <a:avLst/>
            <a:gdLst>
              <a:gd name="connsiteX0" fmla="*/ 0 w 457200"/>
              <a:gd name="connsiteY0" fmla="*/ 0 h 609600"/>
              <a:gd name="connsiteX1" fmla="*/ 0 w 457200"/>
              <a:gd name="connsiteY1" fmla="*/ 590550 h 609600"/>
              <a:gd name="connsiteX2" fmla="*/ 219075 w 457200"/>
              <a:gd name="connsiteY2" fmla="*/ 371475 h 609600"/>
              <a:gd name="connsiteX3" fmla="*/ 457200 w 457200"/>
              <a:gd name="connsiteY3" fmla="*/ 609600 h 609600"/>
              <a:gd name="connsiteX4" fmla="*/ 457200 w 457200"/>
              <a:gd name="connsiteY4" fmla="*/ 0 h 609600"/>
              <a:gd name="connsiteX5" fmla="*/ 0 w 457200"/>
              <a:gd name="connsiteY5" fmla="*/ 0 h 609600"/>
              <a:gd name="connsiteX0" fmla="*/ 0 w 457200"/>
              <a:gd name="connsiteY0" fmla="*/ 0 h 609600"/>
              <a:gd name="connsiteX1" fmla="*/ 0 w 457200"/>
              <a:gd name="connsiteY1" fmla="*/ 590550 h 609600"/>
              <a:gd name="connsiteX2" fmla="*/ 222250 w 457200"/>
              <a:gd name="connsiteY2" fmla="*/ 466725 h 609600"/>
              <a:gd name="connsiteX3" fmla="*/ 457200 w 457200"/>
              <a:gd name="connsiteY3" fmla="*/ 609600 h 609600"/>
              <a:gd name="connsiteX4" fmla="*/ 457200 w 457200"/>
              <a:gd name="connsiteY4" fmla="*/ 0 h 609600"/>
              <a:gd name="connsiteX5" fmla="*/ 0 w 457200"/>
              <a:gd name="connsiteY5" fmla="*/ 0 h 609600"/>
              <a:gd name="connsiteX0" fmla="*/ 0 w 460375"/>
              <a:gd name="connsiteY0" fmla="*/ 0 h 590550"/>
              <a:gd name="connsiteX1" fmla="*/ 0 w 460375"/>
              <a:gd name="connsiteY1" fmla="*/ 590550 h 590550"/>
              <a:gd name="connsiteX2" fmla="*/ 222250 w 460375"/>
              <a:gd name="connsiteY2" fmla="*/ 466725 h 590550"/>
              <a:gd name="connsiteX3" fmla="*/ 460375 w 460375"/>
              <a:gd name="connsiteY3" fmla="*/ 587375 h 590550"/>
              <a:gd name="connsiteX4" fmla="*/ 457200 w 460375"/>
              <a:gd name="connsiteY4" fmla="*/ 0 h 590550"/>
              <a:gd name="connsiteX5" fmla="*/ 0 w 460375"/>
              <a:gd name="connsiteY5" fmla="*/ 0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375" h="590550">
                <a:moveTo>
                  <a:pt x="0" y="0"/>
                </a:moveTo>
                <a:lnTo>
                  <a:pt x="0" y="590550"/>
                </a:lnTo>
                <a:lnTo>
                  <a:pt x="222250" y="466725"/>
                </a:lnTo>
                <a:lnTo>
                  <a:pt x="460375" y="587375"/>
                </a:lnTo>
                <a:cubicBezTo>
                  <a:pt x="459317" y="391583"/>
                  <a:pt x="458258" y="195792"/>
                  <a:pt x="457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 years of experience</a:t>
            </a:r>
            <a:endParaRPr kumimoji="0" lang="en-US" sz="800" b="1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6A1B7CA-F4EB-9112-23D8-793067004BB8}"/>
              </a:ext>
            </a:extLst>
          </p:cNvPr>
          <p:cNvGrpSpPr/>
          <p:nvPr/>
        </p:nvGrpSpPr>
        <p:grpSpPr>
          <a:xfrm>
            <a:off x="5182434" y="4854959"/>
            <a:ext cx="507658" cy="507656"/>
            <a:chOff x="5177229" y="4868315"/>
            <a:chExt cx="507658" cy="507656"/>
          </a:xfrm>
        </p:grpSpPr>
        <p:sp>
          <p:nvSpPr>
            <p:cNvPr id="4" name="Rounded Rectangle 149">
              <a:extLst>
                <a:ext uri="{FF2B5EF4-FFF2-40B4-BE49-F238E27FC236}">
                  <a16:creationId xmlns:a16="http://schemas.microsoft.com/office/drawing/2014/main" id="{9F9C891F-F927-D889-D3C8-B7D427A89D58}"/>
                </a:ext>
              </a:extLst>
            </p:cNvPr>
            <p:cNvSpPr/>
            <p:nvPr/>
          </p:nvSpPr>
          <p:spPr>
            <a:xfrm>
              <a:off x="5177229" y="4868315"/>
              <a:ext cx="507658" cy="507656"/>
            </a:xfrm>
            <a:prstGeom prst="roundRect">
              <a:avLst>
                <a:gd name="adj" fmla="val 82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0C72E306-61AB-7261-AABD-F29DE4D59B4C}"/>
                </a:ext>
              </a:extLst>
            </p:cNvPr>
            <p:cNvGrpSpPr/>
            <p:nvPr/>
          </p:nvGrpSpPr>
          <p:grpSpPr>
            <a:xfrm>
              <a:off x="5255680" y="4955123"/>
              <a:ext cx="341740" cy="330333"/>
              <a:chOff x="5060233" y="4104908"/>
              <a:chExt cx="699629" cy="676276"/>
            </a:xfrm>
          </p:grpSpPr>
          <p:sp>
            <p:nvSpPr>
              <p:cNvPr id="6" name="Forme libre : forme 5">
                <a:extLst>
                  <a:ext uri="{FF2B5EF4-FFF2-40B4-BE49-F238E27FC236}">
                    <a16:creationId xmlns:a16="http://schemas.microsoft.com/office/drawing/2014/main" id="{193E357F-0746-01C5-FA4A-D5BF4AFE18A1}"/>
                  </a:ext>
                </a:extLst>
              </p:cNvPr>
              <p:cNvSpPr/>
              <p:nvPr/>
            </p:nvSpPr>
            <p:spPr>
              <a:xfrm>
                <a:off x="5278470" y="4104908"/>
                <a:ext cx="263289" cy="295275"/>
              </a:xfrm>
              <a:custGeom>
                <a:avLst/>
                <a:gdLst>
                  <a:gd name="connsiteX0" fmla="*/ 19050 w 263290"/>
                  <a:gd name="connsiteY0" fmla="*/ 295275 h 295275"/>
                  <a:gd name="connsiteX1" fmla="*/ 38100 w 263290"/>
                  <a:gd name="connsiteY1" fmla="*/ 276225 h 295275"/>
                  <a:gd name="connsiteX2" fmla="*/ 38100 w 263290"/>
                  <a:gd name="connsiteY2" fmla="*/ 135817 h 295275"/>
                  <a:gd name="connsiteX3" fmla="*/ 131645 w 263290"/>
                  <a:gd name="connsiteY3" fmla="*/ 38100 h 295275"/>
                  <a:gd name="connsiteX4" fmla="*/ 225190 w 263290"/>
                  <a:gd name="connsiteY4" fmla="*/ 135817 h 295275"/>
                  <a:gd name="connsiteX5" fmla="*/ 225190 w 263290"/>
                  <a:gd name="connsiteY5" fmla="*/ 276225 h 295275"/>
                  <a:gd name="connsiteX6" fmla="*/ 244240 w 263290"/>
                  <a:gd name="connsiteY6" fmla="*/ 295275 h 295275"/>
                  <a:gd name="connsiteX7" fmla="*/ 263290 w 263290"/>
                  <a:gd name="connsiteY7" fmla="*/ 276225 h 295275"/>
                  <a:gd name="connsiteX8" fmla="*/ 263290 w 263290"/>
                  <a:gd name="connsiteY8" fmla="*/ 135817 h 295275"/>
                  <a:gd name="connsiteX9" fmla="*/ 131645 w 263290"/>
                  <a:gd name="connsiteY9" fmla="*/ 0 h 295275"/>
                  <a:gd name="connsiteX10" fmla="*/ 0 w 263290"/>
                  <a:gd name="connsiteY10" fmla="*/ 135817 h 295275"/>
                  <a:gd name="connsiteX11" fmla="*/ 0 w 263290"/>
                  <a:gd name="connsiteY11" fmla="*/ 276225 h 295275"/>
                  <a:gd name="connsiteX12" fmla="*/ 19050 w 263290"/>
                  <a:gd name="connsiteY12" fmla="*/ 29527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3290" h="295275">
                    <a:moveTo>
                      <a:pt x="19050" y="295275"/>
                    </a:moveTo>
                    <a:cubicBezTo>
                      <a:pt x="29571" y="295275"/>
                      <a:pt x="38100" y="286746"/>
                      <a:pt x="38100" y="276225"/>
                    </a:cubicBezTo>
                    <a:lnTo>
                      <a:pt x="38100" y="135817"/>
                    </a:lnTo>
                    <a:cubicBezTo>
                      <a:pt x="38100" y="88754"/>
                      <a:pt x="67370" y="38100"/>
                      <a:pt x="131645" y="38100"/>
                    </a:cubicBezTo>
                    <a:cubicBezTo>
                      <a:pt x="195920" y="38100"/>
                      <a:pt x="225190" y="88754"/>
                      <a:pt x="225190" y="135817"/>
                    </a:cubicBezTo>
                    <a:lnTo>
                      <a:pt x="225190" y="276225"/>
                    </a:lnTo>
                    <a:cubicBezTo>
                      <a:pt x="225190" y="286746"/>
                      <a:pt x="233719" y="295275"/>
                      <a:pt x="244240" y="295275"/>
                    </a:cubicBezTo>
                    <a:cubicBezTo>
                      <a:pt x="254761" y="295275"/>
                      <a:pt x="263290" y="286746"/>
                      <a:pt x="263290" y="276225"/>
                    </a:cubicBezTo>
                    <a:lnTo>
                      <a:pt x="263290" y="135817"/>
                    </a:lnTo>
                    <a:cubicBezTo>
                      <a:pt x="263290" y="68323"/>
                      <a:pt x="218075" y="0"/>
                      <a:pt x="131645" y="0"/>
                    </a:cubicBezTo>
                    <a:cubicBezTo>
                      <a:pt x="45215" y="0"/>
                      <a:pt x="0" y="68323"/>
                      <a:pt x="0" y="135817"/>
                    </a:cubicBezTo>
                    <a:lnTo>
                      <a:pt x="0" y="276225"/>
                    </a:lnTo>
                    <a:cubicBezTo>
                      <a:pt x="0" y="286746"/>
                      <a:pt x="8529" y="295275"/>
                      <a:pt x="19050" y="29527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45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41FB1565-1A68-B96C-1566-3FCA64E9F4E9}"/>
                  </a:ext>
                </a:extLst>
              </p:cNvPr>
              <p:cNvSpPr/>
              <p:nvPr/>
            </p:nvSpPr>
            <p:spPr>
              <a:xfrm>
                <a:off x="5654946" y="4328497"/>
                <a:ext cx="104916" cy="435435"/>
              </a:xfrm>
              <a:custGeom>
                <a:avLst/>
                <a:gdLst>
                  <a:gd name="connsiteX0" fmla="*/ 87935 w 104915"/>
                  <a:gd name="connsiteY0" fmla="*/ 58626 h 435435"/>
                  <a:gd name="connsiteX1" fmla="*/ 0 w 104915"/>
                  <a:gd name="connsiteY1" fmla="*/ 0 h 435435"/>
                  <a:gd name="connsiteX2" fmla="*/ 57998 w 104915"/>
                  <a:gd name="connsiteY2" fmla="*/ 435435 h 435435"/>
                  <a:gd name="connsiteX3" fmla="*/ 64094 w 104915"/>
                  <a:gd name="connsiteY3" fmla="*/ 419310 h 435435"/>
                  <a:gd name="connsiteX4" fmla="*/ 104623 w 104915"/>
                  <a:gd name="connsiteY4" fmla="*/ 95050 h 435435"/>
                  <a:gd name="connsiteX5" fmla="*/ 87935 w 104915"/>
                  <a:gd name="connsiteY5" fmla="*/ 58626 h 435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915" h="435435">
                    <a:moveTo>
                      <a:pt x="87935" y="58626"/>
                    </a:moveTo>
                    <a:lnTo>
                      <a:pt x="0" y="0"/>
                    </a:lnTo>
                    <a:lnTo>
                      <a:pt x="57998" y="435435"/>
                    </a:lnTo>
                    <a:cubicBezTo>
                      <a:pt x="61248" y="430603"/>
                      <a:pt x="63335" y="425084"/>
                      <a:pt x="64094" y="419310"/>
                    </a:cubicBezTo>
                    <a:lnTo>
                      <a:pt x="104623" y="95050"/>
                    </a:lnTo>
                    <a:cubicBezTo>
                      <a:pt x="106408" y="80728"/>
                      <a:pt x="99948" y="66626"/>
                      <a:pt x="87935" y="58626"/>
                    </a:cubicBezTo>
                    <a:close/>
                  </a:path>
                </a:pathLst>
              </a:custGeom>
              <a:solidFill>
                <a:srgbClr val="000000"/>
              </a:solidFill>
              <a:ln w="45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674014D5-CCC8-70B8-C18B-26E9C3E497DC}"/>
                  </a:ext>
                </a:extLst>
              </p:cNvPr>
              <p:cNvSpPr/>
              <p:nvPr/>
            </p:nvSpPr>
            <p:spPr>
              <a:xfrm>
                <a:off x="5060233" y="4328497"/>
                <a:ext cx="104897" cy="435435"/>
              </a:xfrm>
              <a:custGeom>
                <a:avLst/>
                <a:gdLst>
                  <a:gd name="connsiteX0" fmla="*/ 46920 w 104898"/>
                  <a:gd name="connsiteY0" fmla="*/ 435435 h 435435"/>
                  <a:gd name="connsiteX1" fmla="*/ 104899 w 104898"/>
                  <a:gd name="connsiteY1" fmla="*/ 0 h 435435"/>
                  <a:gd name="connsiteX2" fmla="*/ 16964 w 104898"/>
                  <a:gd name="connsiteY2" fmla="*/ 58626 h 435435"/>
                  <a:gd name="connsiteX3" fmla="*/ 295 w 104898"/>
                  <a:gd name="connsiteY3" fmla="*/ 95050 h 435435"/>
                  <a:gd name="connsiteX4" fmla="*/ 40843 w 104898"/>
                  <a:gd name="connsiteY4" fmla="*/ 419348 h 435435"/>
                  <a:gd name="connsiteX5" fmla="*/ 46920 w 104898"/>
                  <a:gd name="connsiteY5" fmla="*/ 435435 h 435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898" h="435435">
                    <a:moveTo>
                      <a:pt x="46920" y="435435"/>
                    </a:moveTo>
                    <a:lnTo>
                      <a:pt x="104899" y="0"/>
                    </a:lnTo>
                    <a:lnTo>
                      <a:pt x="16964" y="58626"/>
                    </a:lnTo>
                    <a:cubicBezTo>
                      <a:pt x="4958" y="66631"/>
                      <a:pt x="-1495" y="80732"/>
                      <a:pt x="295" y="95050"/>
                    </a:cubicBezTo>
                    <a:lnTo>
                      <a:pt x="40843" y="419348"/>
                    </a:lnTo>
                    <a:cubicBezTo>
                      <a:pt x="41602" y="425106"/>
                      <a:pt x="43682" y="430613"/>
                      <a:pt x="46920" y="4354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45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21B1353D-5C55-75CD-88D5-666417C4F8B7}"/>
                  </a:ext>
                </a:extLst>
              </p:cNvPr>
              <p:cNvSpPr/>
              <p:nvPr/>
            </p:nvSpPr>
            <p:spPr>
              <a:xfrm>
                <a:off x="5124478" y="4304933"/>
                <a:ext cx="571139" cy="476251"/>
              </a:xfrm>
              <a:custGeom>
                <a:avLst/>
                <a:gdLst>
                  <a:gd name="connsiteX0" fmla="*/ 509407 w 571138"/>
                  <a:gd name="connsiteY0" fmla="*/ 9525 h 476250"/>
                  <a:gd name="connsiteX1" fmla="*/ 504749 w 571138"/>
                  <a:gd name="connsiteY1" fmla="*/ 6420 h 476250"/>
                  <a:gd name="connsiteX2" fmla="*/ 483584 w 571138"/>
                  <a:gd name="connsiteY2" fmla="*/ 0 h 476250"/>
                  <a:gd name="connsiteX3" fmla="*/ 441093 w 571138"/>
                  <a:gd name="connsiteY3" fmla="*/ 0 h 476250"/>
                  <a:gd name="connsiteX4" fmla="*/ 441093 w 571138"/>
                  <a:gd name="connsiteY4" fmla="*/ 76200 h 476250"/>
                  <a:gd name="connsiteX5" fmla="*/ 398231 w 571138"/>
                  <a:gd name="connsiteY5" fmla="*/ 119063 h 476250"/>
                  <a:gd name="connsiteX6" fmla="*/ 355368 w 571138"/>
                  <a:gd name="connsiteY6" fmla="*/ 76200 h 476250"/>
                  <a:gd name="connsiteX7" fmla="*/ 355368 w 571138"/>
                  <a:gd name="connsiteY7" fmla="*/ 0 h 476250"/>
                  <a:gd name="connsiteX8" fmla="*/ 215903 w 571138"/>
                  <a:gd name="connsiteY8" fmla="*/ 0 h 476250"/>
                  <a:gd name="connsiteX9" fmla="*/ 215903 w 571138"/>
                  <a:gd name="connsiteY9" fmla="*/ 76200 h 476250"/>
                  <a:gd name="connsiteX10" fmla="*/ 173041 w 571138"/>
                  <a:gd name="connsiteY10" fmla="*/ 119063 h 476250"/>
                  <a:gd name="connsiteX11" fmla="*/ 130178 w 571138"/>
                  <a:gd name="connsiteY11" fmla="*/ 76200 h 476250"/>
                  <a:gd name="connsiteX12" fmla="*/ 130178 w 571138"/>
                  <a:gd name="connsiteY12" fmla="*/ 0 h 476250"/>
                  <a:gd name="connsiteX13" fmla="*/ 87554 w 571138"/>
                  <a:gd name="connsiteY13" fmla="*/ 0 h 476250"/>
                  <a:gd name="connsiteX14" fmla="*/ 66418 w 571138"/>
                  <a:gd name="connsiteY14" fmla="*/ 6401 h 476250"/>
                  <a:gd name="connsiteX15" fmla="*/ 61732 w 571138"/>
                  <a:gd name="connsiteY15" fmla="*/ 9525 h 476250"/>
                  <a:gd name="connsiteX16" fmla="*/ 0 w 571138"/>
                  <a:gd name="connsiteY16" fmla="*/ 473392 h 476250"/>
                  <a:gd name="connsiteX17" fmla="*/ 14402 w 571138"/>
                  <a:gd name="connsiteY17" fmla="*/ 476250 h 476250"/>
                  <a:gd name="connsiteX18" fmla="*/ 556736 w 571138"/>
                  <a:gd name="connsiteY18" fmla="*/ 476250 h 476250"/>
                  <a:gd name="connsiteX19" fmla="*/ 571138 w 571138"/>
                  <a:gd name="connsiteY19" fmla="*/ 473392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71138" h="476250">
                    <a:moveTo>
                      <a:pt x="509407" y="9525"/>
                    </a:moveTo>
                    <a:lnTo>
                      <a:pt x="504749" y="6420"/>
                    </a:lnTo>
                    <a:cubicBezTo>
                      <a:pt x="498484" y="2235"/>
                      <a:pt x="491119" y="0"/>
                      <a:pt x="483584" y="0"/>
                    </a:cubicBezTo>
                    <a:lnTo>
                      <a:pt x="441093" y="0"/>
                    </a:lnTo>
                    <a:lnTo>
                      <a:pt x="441093" y="76200"/>
                    </a:lnTo>
                    <a:cubicBezTo>
                      <a:pt x="441093" y="99872"/>
                      <a:pt x="421903" y="119063"/>
                      <a:pt x="398231" y="119063"/>
                    </a:cubicBezTo>
                    <a:cubicBezTo>
                      <a:pt x="374558" y="119063"/>
                      <a:pt x="355368" y="99872"/>
                      <a:pt x="355368" y="76200"/>
                    </a:cubicBezTo>
                    <a:lnTo>
                      <a:pt x="355368" y="0"/>
                    </a:lnTo>
                    <a:lnTo>
                      <a:pt x="215903" y="0"/>
                    </a:lnTo>
                    <a:lnTo>
                      <a:pt x="215903" y="76200"/>
                    </a:lnTo>
                    <a:cubicBezTo>
                      <a:pt x="215903" y="99872"/>
                      <a:pt x="196713" y="119063"/>
                      <a:pt x="173041" y="119063"/>
                    </a:cubicBezTo>
                    <a:cubicBezTo>
                      <a:pt x="149368" y="119063"/>
                      <a:pt x="130178" y="99872"/>
                      <a:pt x="130178" y="76200"/>
                    </a:cubicBezTo>
                    <a:lnTo>
                      <a:pt x="130178" y="0"/>
                    </a:lnTo>
                    <a:lnTo>
                      <a:pt x="87554" y="0"/>
                    </a:lnTo>
                    <a:cubicBezTo>
                      <a:pt x="80031" y="0"/>
                      <a:pt x="72677" y="2227"/>
                      <a:pt x="66418" y="6401"/>
                    </a:cubicBezTo>
                    <a:lnTo>
                      <a:pt x="61732" y="9525"/>
                    </a:lnTo>
                    <a:lnTo>
                      <a:pt x="0" y="473392"/>
                    </a:lnTo>
                    <a:cubicBezTo>
                      <a:pt x="4567" y="475278"/>
                      <a:pt x="9460" y="476250"/>
                      <a:pt x="14402" y="476250"/>
                    </a:cubicBezTo>
                    <a:lnTo>
                      <a:pt x="556736" y="476250"/>
                    </a:lnTo>
                    <a:cubicBezTo>
                      <a:pt x="561678" y="476250"/>
                      <a:pt x="566571" y="475278"/>
                      <a:pt x="571138" y="4733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45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pic>
            <p:nvPicPr>
              <p:cNvPr id="10" name="Graphique 9" descr="Diamant avec un remplissage uni">
                <a:extLst>
                  <a:ext uri="{FF2B5EF4-FFF2-40B4-BE49-F238E27FC236}">
                    <a16:creationId xmlns:a16="http://schemas.microsoft.com/office/drawing/2014/main" id="{F451842B-140E-5A45-D06F-3A052625F2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28789" y="4414592"/>
                <a:ext cx="351247" cy="351247"/>
              </a:xfrm>
              <a:prstGeom prst="rect">
                <a:avLst/>
              </a:prstGeom>
            </p:spPr>
          </p:pic>
        </p:grp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AD260D9-9436-675D-FE36-3C5885ABC1FE}"/>
              </a:ext>
            </a:extLst>
          </p:cNvPr>
          <p:cNvGrpSpPr/>
          <p:nvPr/>
        </p:nvGrpSpPr>
        <p:grpSpPr>
          <a:xfrm>
            <a:off x="3979945" y="4852617"/>
            <a:ext cx="507658" cy="507656"/>
            <a:chOff x="5763158" y="4868315"/>
            <a:chExt cx="507658" cy="507656"/>
          </a:xfrm>
        </p:grpSpPr>
        <p:sp>
          <p:nvSpPr>
            <p:cNvPr id="12" name="Rounded Rectangle 149">
              <a:extLst>
                <a:ext uri="{FF2B5EF4-FFF2-40B4-BE49-F238E27FC236}">
                  <a16:creationId xmlns:a16="http://schemas.microsoft.com/office/drawing/2014/main" id="{A1A3658F-B413-BCBD-EB94-342F8BE62693}"/>
                </a:ext>
              </a:extLst>
            </p:cNvPr>
            <p:cNvSpPr/>
            <p:nvPr/>
          </p:nvSpPr>
          <p:spPr>
            <a:xfrm>
              <a:off x="5763158" y="4868315"/>
              <a:ext cx="507658" cy="507656"/>
            </a:xfrm>
            <a:prstGeom prst="roundRect">
              <a:avLst>
                <a:gd name="adj" fmla="val 82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3" name="Graphique 12" descr="Diamant avec un remplissage uni">
              <a:extLst>
                <a:ext uri="{FF2B5EF4-FFF2-40B4-BE49-F238E27FC236}">
                  <a16:creationId xmlns:a16="http://schemas.microsoft.com/office/drawing/2014/main" id="{8707EF23-88ED-8C1A-7B36-8EA1CD2DF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29023" y="5106392"/>
              <a:ext cx="171570" cy="171570"/>
            </a:xfrm>
            <a:prstGeom prst="rect">
              <a:avLst/>
            </a:prstGeom>
          </p:spPr>
        </p:pic>
      </p:grpSp>
      <p:sp>
        <p:nvSpPr>
          <p:cNvPr id="240" name="Freeform 331">
            <a:extLst>
              <a:ext uri="{FF2B5EF4-FFF2-40B4-BE49-F238E27FC236}">
                <a16:creationId xmlns:a16="http://schemas.microsoft.com/office/drawing/2014/main" id="{02841664-0768-7577-0D97-7723D7A81B7D}"/>
              </a:ext>
            </a:extLst>
          </p:cNvPr>
          <p:cNvSpPr>
            <a:spLocks noChangeAspect="1"/>
          </p:cNvSpPr>
          <p:nvPr/>
        </p:nvSpPr>
        <p:spPr bwMode="auto">
          <a:xfrm>
            <a:off x="4745744" y="4940458"/>
            <a:ext cx="186352" cy="360000"/>
          </a:xfrm>
          <a:custGeom>
            <a:avLst/>
            <a:gdLst>
              <a:gd name="T0" fmla="*/ 31 w 55"/>
              <a:gd name="T1" fmla="*/ 88 h 100"/>
              <a:gd name="T2" fmla="*/ 31 w 55"/>
              <a:gd name="T3" fmla="*/ 69 h 100"/>
              <a:gd name="T4" fmla="*/ 44 w 55"/>
              <a:gd name="T5" fmla="*/ 69 h 100"/>
              <a:gd name="T6" fmla="*/ 49 w 55"/>
              <a:gd name="T7" fmla="*/ 64 h 100"/>
              <a:gd name="T8" fmla="*/ 41 w 55"/>
              <a:gd name="T9" fmla="*/ 42 h 100"/>
              <a:gd name="T10" fmla="*/ 41 w 55"/>
              <a:gd name="T11" fmla="*/ 42 h 100"/>
              <a:gd name="T12" fmla="*/ 52 w 55"/>
              <a:gd name="T13" fmla="*/ 17 h 100"/>
              <a:gd name="T14" fmla="*/ 33 w 55"/>
              <a:gd name="T15" fmla="*/ 4 h 100"/>
              <a:gd name="T16" fmla="*/ 32 w 55"/>
              <a:gd name="T17" fmla="*/ 0 h 100"/>
              <a:gd name="T18" fmla="*/ 24 w 55"/>
              <a:gd name="T19" fmla="*/ 0 h 100"/>
              <a:gd name="T20" fmla="*/ 23 w 55"/>
              <a:gd name="T21" fmla="*/ 4 h 100"/>
              <a:gd name="T22" fmla="*/ 4 w 55"/>
              <a:gd name="T23" fmla="*/ 17 h 100"/>
              <a:gd name="T24" fmla="*/ 15 w 55"/>
              <a:gd name="T25" fmla="*/ 42 h 100"/>
              <a:gd name="T26" fmla="*/ 15 w 55"/>
              <a:gd name="T27" fmla="*/ 42 h 100"/>
              <a:gd name="T28" fmla="*/ 7 w 55"/>
              <a:gd name="T29" fmla="*/ 64 h 100"/>
              <a:gd name="T30" fmla="*/ 12 w 55"/>
              <a:gd name="T31" fmla="*/ 69 h 100"/>
              <a:gd name="T32" fmla="*/ 25 w 55"/>
              <a:gd name="T33" fmla="*/ 69 h 100"/>
              <a:gd name="T34" fmla="*/ 25 w 55"/>
              <a:gd name="T35" fmla="*/ 95 h 100"/>
              <a:gd name="T36" fmla="*/ 16 w 55"/>
              <a:gd name="T37" fmla="*/ 95 h 100"/>
              <a:gd name="T38" fmla="*/ 13 w 55"/>
              <a:gd name="T39" fmla="*/ 97 h 100"/>
              <a:gd name="T40" fmla="*/ 16 w 55"/>
              <a:gd name="T41" fmla="*/ 100 h 100"/>
              <a:gd name="T42" fmla="*/ 40 w 55"/>
              <a:gd name="T43" fmla="*/ 100 h 100"/>
              <a:gd name="T44" fmla="*/ 42 w 55"/>
              <a:gd name="T45" fmla="*/ 97 h 100"/>
              <a:gd name="T46" fmla="*/ 40 w 55"/>
              <a:gd name="T47" fmla="*/ 95 h 100"/>
              <a:gd name="T48" fmla="*/ 31 w 55"/>
              <a:gd name="T49" fmla="*/ 95 h 100"/>
              <a:gd name="T50" fmla="*/ 31 w 55"/>
              <a:gd name="T51" fmla="*/ 88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5" h="100">
                <a:moveTo>
                  <a:pt x="31" y="88"/>
                </a:moveTo>
                <a:cubicBezTo>
                  <a:pt x="31" y="79"/>
                  <a:pt x="31" y="69"/>
                  <a:pt x="31" y="69"/>
                </a:cubicBezTo>
                <a:cubicBezTo>
                  <a:pt x="44" y="69"/>
                  <a:pt x="44" y="69"/>
                  <a:pt x="44" y="69"/>
                </a:cubicBezTo>
                <a:cubicBezTo>
                  <a:pt x="50" y="69"/>
                  <a:pt x="49" y="64"/>
                  <a:pt x="49" y="64"/>
                </a:cubicBezTo>
                <a:cubicBezTo>
                  <a:pt x="50" y="55"/>
                  <a:pt x="41" y="50"/>
                  <a:pt x="41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32"/>
                  <a:pt x="50" y="26"/>
                  <a:pt x="52" y="17"/>
                </a:cubicBezTo>
                <a:cubicBezTo>
                  <a:pt x="55" y="0"/>
                  <a:pt x="39" y="15"/>
                  <a:pt x="33" y="4"/>
                </a:cubicBezTo>
                <a:cubicBezTo>
                  <a:pt x="32" y="3"/>
                  <a:pt x="32" y="2"/>
                  <a:pt x="32" y="0"/>
                </a:cubicBezTo>
                <a:cubicBezTo>
                  <a:pt x="32" y="0"/>
                  <a:pt x="24" y="0"/>
                  <a:pt x="24" y="0"/>
                </a:cubicBezTo>
                <a:cubicBezTo>
                  <a:pt x="24" y="2"/>
                  <a:pt x="23" y="3"/>
                  <a:pt x="23" y="4"/>
                </a:cubicBezTo>
                <a:cubicBezTo>
                  <a:pt x="17" y="15"/>
                  <a:pt x="0" y="0"/>
                  <a:pt x="4" y="17"/>
                </a:cubicBezTo>
                <a:cubicBezTo>
                  <a:pt x="5" y="26"/>
                  <a:pt x="16" y="32"/>
                  <a:pt x="15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4" y="50"/>
                  <a:pt x="6" y="55"/>
                  <a:pt x="7" y="64"/>
                </a:cubicBezTo>
                <a:cubicBezTo>
                  <a:pt x="7" y="64"/>
                  <a:pt x="6" y="69"/>
                  <a:pt x="12" y="69"/>
                </a:cubicBezTo>
                <a:cubicBezTo>
                  <a:pt x="25" y="69"/>
                  <a:pt x="25" y="69"/>
                  <a:pt x="25" y="69"/>
                </a:cubicBezTo>
                <a:cubicBezTo>
                  <a:pt x="25" y="95"/>
                  <a:pt x="25" y="95"/>
                  <a:pt x="25" y="95"/>
                </a:cubicBezTo>
                <a:cubicBezTo>
                  <a:pt x="16" y="95"/>
                  <a:pt x="16" y="95"/>
                  <a:pt x="16" y="95"/>
                </a:cubicBezTo>
                <a:cubicBezTo>
                  <a:pt x="14" y="95"/>
                  <a:pt x="13" y="96"/>
                  <a:pt x="13" y="97"/>
                </a:cubicBezTo>
                <a:cubicBezTo>
                  <a:pt x="13" y="98"/>
                  <a:pt x="14" y="100"/>
                  <a:pt x="16" y="100"/>
                </a:cubicBezTo>
                <a:cubicBezTo>
                  <a:pt x="40" y="100"/>
                  <a:pt x="40" y="100"/>
                  <a:pt x="40" y="100"/>
                </a:cubicBezTo>
                <a:cubicBezTo>
                  <a:pt x="41" y="100"/>
                  <a:pt x="42" y="98"/>
                  <a:pt x="42" y="97"/>
                </a:cubicBezTo>
                <a:cubicBezTo>
                  <a:pt x="42" y="96"/>
                  <a:pt x="41" y="95"/>
                  <a:pt x="40" y="95"/>
                </a:cubicBezTo>
                <a:cubicBezTo>
                  <a:pt x="31" y="95"/>
                  <a:pt x="31" y="95"/>
                  <a:pt x="31" y="95"/>
                </a:cubicBezTo>
                <a:cubicBezTo>
                  <a:pt x="31" y="88"/>
                  <a:pt x="31" y="88"/>
                  <a:pt x="31" y="8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242" name="Graphique 241" descr="Bouteille de parfum avec un remplissage uni">
            <a:extLst>
              <a:ext uri="{FF2B5EF4-FFF2-40B4-BE49-F238E27FC236}">
                <a16:creationId xmlns:a16="http://schemas.microsoft.com/office/drawing/2014/main" id="{F94DEB80-D23C-EEB2-9EF5-D7512E856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2397" y="4900427"/>
            <a:ext cx="396000" cy="39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0FC230-4877-3DAA-1BDA-17DF2CD50904}"/>
              </a:ext>
            </a:extLst>
          </p:cNvPr>
          <p:cNvSpPr/>
          <p:nvPr/>
        </p:nvSpPr>
        <p:spPr>
          <a:xfrm>
            <a:off x="5494065" y="-49197"/>
            <a:ext cx="6737149" cy="548807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16000" numCol="2" spcCol="108000"/>
          <a:lstStyle/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endParaRPr kumimoji="0" lang="en-US" sz="85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b="1" dirty="0">
                <a:solidFill>
                  <a:prstClr val="black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June 24’ – Present : Solution Architect 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Migration Program to </a:t>
            </a:r>
            <a:r>
              <a:rPr lang="en-US" sz="850" b="1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Manhattan Active MAWM </a:t>
            </a: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(100+ sites) 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Main responsibilities: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Define Industrialization Roadmap to support for program migration 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Track ROI on Industrialization tools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Lead Interface development team (50 interfaces)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endParaRPr lang="en-US" sz="850" b="1" dirty="0">
              <a:solidFill>
                <a:prstClr val="black"/>
              </a:solidFill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Jan '23 – June ‘24: Capgemini –Technical-functional Expert MAWM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Migration to </a:t>
            </a:r>
            <a:r>
              <a:rPr lang="en-US" sz="850" b="1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Manhattan Active MAWM </a:t>
            </a: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(2 sites in France &amp; Italy, WMS decommissioned WMOS)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Main responsibilities: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kumimoji="0" lang="en-US" sz="85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- </a:t>
            </a: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Design and specification of project interfaces (50+ half-interfaces) for an iPaaS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Design and validation of MAWM extensions specifications</a:t>
            </a:r>
          </a:p>
          <a:p>
            <a:pPr marL="0" marR="0" lvl="2" indent="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None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Design of the inventory synchronization process and technical solution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Lead on the cutover strategy definition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Coordination/Expertise of data migration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Contributor to the Reporting stream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0" marR="0" lvl="2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tabLst/>
              <a:defRPr/>
            </a:pPr>
            <a:r>
              <a:rPr lang="en-US" sz="850" b="1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Oct '21 – Dec '22: Capgemini – Team Leader Factory Team, MAWM Program Expert, responsible for testing and industrialization methods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International program, roll-out of 44 warehouses under </a:t>
            </a:r>
            <a:r>
              <a:rPr lang="en-US" sz="850" b="1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Manhattan Active MAWM</a:t>
            </a:r>
            <a:endParaRPr lang="en-US" sz="850" b="1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Definition of processes for End-to-End TNR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Team management responsible for test script writing and test campaign execution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Contributor to processes related to role and authorization management in the MAWM solution for the program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Implementation of test management tool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Framing and design of data migration tool, bulk configuration, data updates.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b="1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Sept '20 – Sept '21: Capgemini - WMS Integration Manager, Technical Reference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Migration to </a:t>
            </a:r>
            <a:r>
              <a:rPr lang="en-US" sz="850" b="1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WMOS</a:t>
            </a: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 (1 site, decommissioning INFOLOG WMS)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Project framing and solution design with the vendor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Definition of strategies and management of test phases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Definition and management of the cutover plan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Management of the reporting stream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b="1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Oct '19 – Mar '20: Capgemini – Team Leader and Technical Lead on the project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Migration of Chanel PB central warehouse, Highly mechanized warehouse (4 WCS)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Preparation &amp; facilitation of test and UAT sessions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Implementation of code versioning, coordination of technical environments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Analysis and improvement of order packing algorithm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Analysis/Correction/Prevention of WMS/ERP/WCS stock discrepancies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b="1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May – Sept '19 &amp; April – Sept '20: Capgemini – Project Manager - Integration Testing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srgbClr val="4472C4"/>
                </a:solidFill>
                <a:latin typeface="Verdana"/>
                <a:ea typeface="Verdana" panose="020B0604030504040204" pitchFamily="34" charset="0"/>
              </a:rPr>
              <a:t>Context: Integration with a conveyor, 2 iterations of the project: Pulse 2 and Pulse 3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Main responsibilities: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Technical-functional reference for the project, responsible for revamping reporting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Writing test campaigns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r>
              <a:rPr lang="en-US" sz="850" dirty="0">
                <a:solidFill>
                  <a:prstClr val="black"/>
                </a:solidFill>
                <a:latin typeface="Verdana"/>
                <a:ea typeface="Verdana" panose="020B0604030504040204" pitchFamily="34" charset="0"/>
              </a:rPr>
              <a:t>- Training support teams, assisting with startup and incident management</a:t>
            </a: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171450" marR="0" lvl="2" indent="-171450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buFontTx/>
              <a:buChar char="-"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  <a:p>
            <a:pPr marL="0" marR="0" lvl="2" algn="just" defTabSz="957756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rgbClr val="0098C7"/>
              </a:buClr>
              <a:buSzTx/>
              <a:tabLst/>
              <a:defRPr/>
            </a:pPr>
            <a:endParaRPr lang="en-US" sz="850" dirty="0">
              <a:solidFill>
                <a:prstClr val="black"/>
              </a:solidFill>
              <a:latin typeface="Verdana"/>
              <a:ea typeface="Verdana" panose="020B0604030504040204" pitchFamily="34" charset="0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A960EC72-DBFB-4606-B65F-2B6F0679E108}"/>
              </a:ext>
            </a:extLst>
          </p:cNvPr>
          <p:cNvGrpSpPr/>
          <p:nvPr/>
        </p:nvGrpSpPr>
        <p:grpSpPr>
          <a:xfrm>
            <a:off x="3827775" y="5067486"/>
            <a:ext cx="8088363" cy="389636"/>
            <a:chOff x="3673330" y="183609"/>
            <a:chExt cx="8088363" cy="389636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4B40964B-DD9D-471C-AA0F-057882ABC134}"/>
                </a:ext>
              </a:extLst>
            </p:cNvPr>
            <p:cNvSpPr/>
            <p:nvPr/>
          </p:nvSpPr>
          <p:spPr bwMode="auto">
            <a:xfrm>
              <a:off x="7627480" y="183609"/>
              <a:ext cx="3741265" cy="3420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1" indent="0" algn="r" defTabSz="957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Segoe UI" panose="020B0502040204020203" pitchFamily="34" charset="0"/>
                </a:rPr>
                <a:t>Skills</a:t>
              </a:r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37CE432E-EBA5-4F30-A25C-B06D76EA27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501170" y="251218"/>
              <a:ext cx="257345" cy="321435"/>
            </a:xfrm>
            <a:custGeom>
              <a:avLst/>
              <a:gdLst>
                <a:gd name="T0" fmla="*/ 2147483647 w 532"/>
                <a:gd name="T1" fmla="*/ 0 h 1022"/>
                <a:gd name="T2" fmla="*/ 0 w 532"/>
                <a:gd name="T3" fmla="*/ 2147483647 h 1022"/>
                <a:gd name="T4" fmla="*/ 0 w 532"/>
                <a:gd name="T5" fmla="*/ 2147483647 h 10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2" h="1022">
                  <a:moveTo>
                    <a:pt x="532" y="0"/>
                  </a:moveTo>
                  <a:cubicBezTo>
                    <a:pt x="532" y="294"/>
                    <a:pt x="294" y="532"/>
                    <a:pt x="0" y="532"/>
                  </a:cubicBezTo>
                  <a:cubicBezTo>
                    <a:pt x="0" y="1022"/>
                    <a:pt x="0" y="1022"/>
                    <a:pt x="0" y="1022"/>
                  </a:cubicBezTo>
                </a:path>
              </a:pathLst>
            </a:custGeom>
            <a:noFill/>
            <a:ln w="12700" cap="rnd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cxnSp>
          <p:nvCxnSpPr>
            <p:cNvPr id="38" name="Straight Connector 195">
              <a:extLst>
                <a:ext uri="{FF2B5EF4-FFF2-40B4-BE49-F238E27FC236}">
                  <a16:creationId xmlns:a16="http://schemas.microsoft.com/office/drawing/2014/main" id="{BCB39070-B76E-460C-B8E4-0CE050EDA8C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673330" y="572653"/>
              <a:ext cx="8088363" cy="592"/>
            </a:xfrm>
            <a:prstGeom prst="line">
              <a:avLst/>
            </a:prstGeom>
            <a:ln w="12700">
              <a:solidFill>
                <a:schemeClr val="accent2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2581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inal slides">
  <a:themeElements>
    <a:clrScheme name="Personnalisé 23">
      <a:dk1>
        <a:sysClr val="windowText" lastClr="000000"/>
      </a:dk1>
      <a:lt1>
        <a:srgbClr val="FFFFFF"/>
      </a:lt1>
      <a:dk2>
        <a:srgbClr val="2B143D"/>
      </a:dk2>
      <a:lt2>
        <a:srgbClr val="FFFFFF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.potx" id="{19B96144-1B90-4243-8535-F36EF2586247}" vid="{F2E8AAEE-319B-4902-A89E-79A9DABE139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528</Words>
  <Application>Microsoft Office PowerPoint</Application>
  <PresentationFormat>Grand écran</PresentationFormat>
  <Paragraphs>80</Paragraphs>
  <Slides>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Verdana</vt:lpstr>
      <vt:lpstr>Wingdings</vt:lpstr>
      <vt:lpstr>Final slides</vt:lpstr>
      <vt:lpstr>Diapositive think-cell</vt:lpstr>
      <vt:lpstr>think-cell Slide</vt:lpstr>
      <vt:lpstr>Senior Supply Chain Project Consultant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Senior Supply Chain</dc:title>
  <dc:creator>Nathalie GIRARDIN</dc:creator>
  <cp:lastModifiedBy>MUDÈS, Jules</cp:lastModifiedBy>
  <cp:revision>2</cp:revision>
  <dcterms:created xsi:type="dcterms:W3CDTF">2023-06-26T17:35:42Z</dcterms:created>
  <dcterms:modified xsi:type="dcterms:W3CDTF">2024-12-12T10:38:34Z</dcterms:modified>
</cp:coreProperties>
</file>